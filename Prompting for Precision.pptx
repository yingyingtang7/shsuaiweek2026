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75" r:id="rId14"/>
    <p:sldId id="278" r:id="rId15"/>
    <p:sldId id="281" r:id="rId16"/>
    <p:sldId id="267" r:id="rId17"/>
    <p:sldId id="276" r:id="rId18"/>
    <p:sldId id="279" r:id="rId19"/>
    <p:sldId id="282" r:id="rId20"/>
    <p:sldId id="268" r:id="rId21"/>
    <p:sldId id="277" r:id="rId22"/>
    <p:sldId id="280" r:id="rId23"/>
    <p:sldId id="283" r:id="rId24"/>
    <p:sldId id="271" r:id="rId25"/>
    <p:sldId id="272" r:id="rId26"/>
    <p:sldId id="273" r:id="rId27"/>
    <p:sldId id="274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23"/>
  </p:normalViewPr>
  <p:slideViewPr>
    <p:cSldViewPr snapToGrid="0" snapToObjects="1">
      <p:cViewPr varScale="1">
        <p:scale>
          <a:sx n="117" d="100"/>
          <a:sy n="117" d="100"/>
        </p:scale>
        <p:origin x="15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15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19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5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5.svg"/><Relationship Id="rId1" Type="http://schemas.openxmlformats.org/officeDocument/2006/relationships/hyperlink" Target="https://forms.gle/GbVeaeaSBWW2NG5FA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15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19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5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GbVeaeaSBWW2NG5FA" TargetMode="External"/><Relationship Id="rId2" Type="http://schemas.openxmlformats.org/officeDocument/2006/relationships/image" Target="../media/image22.svg"/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BB6A1E-0340-462F-B849-4AD42CFBF64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E27DFCF-03FE-4913-94F4-5CB1446CB9BC}">
      <dgm:prSet/>
      <dgm:spPr/>
      <dgm:t>
        <a:bodyPr/>
        <a:lstStyle/>
        <a:p>
          <a:pPr>
            <a:defRPr cap="all"/>
          </a:pPr>
          <a:r>
            <a:rPr lang="en-US"/>
            <a:t>Instruction given to AI</a:t>
          </a:r>
        </a:p>
      </dgm:t>
    </dgm:pt>
    <dgm:pt modelId="{DF5517B9-792F-4877-8701-D663FFC77568}" type="parTrans" cxnId="{87F75D54-F6CE-41BA-B18A-97D9B1E89BA2}">
      <dgm:prSet/>
      <dgm:spPr/>
      <dgm:t>
        <a:bodyPr/>
        <a:lstStyle/>
        <a:p>
          <a:endParaRPr lang="en-US"/>
        </a:p>
      </dgm:t>
    </dgm:pt>
    <dgm:pt modelId="{847C2E9B-902F-4ABC-87D3-CEB181A708E8}" type="sibTrans" cxnId="{87F75D54-F6CE-41BA-B18A-97D9B1E89BA2}">
      <dgm:prSet/>
      <dgm:spPr/>
      <dgm:t>
        <a:bodyPr/>
        <a:lstStyle/>
        <a:p>
          <a:endParaRPr lang="en-US"/>
        </a:p>
      </dgm:t>
    </dgm:pt>
    <dgm:pt modelId="{994FCE15-EF41-4113-8FAC-2602ABBED15D}">
      <dgm:prSet/>
      <dgm:spPr/>
      <dgm:t>
        <a:bodyPr/>
        <a:lstStyle/>
        <a:p>
          <a:pPr>
            <a:defRPr cap="all"/>
          </a:pPr>
          <a:r>
            <a:rPr lang="en-US"/>
            <a:t>Includes task, context, constraints, format</a:t>
          </a:r>
        </a:p>
      </dgm:t>
    </dgm:pt>
    <dgm:pt modelId="{CD9E8692-9DB4-4E08-AA0E-3376E5377B82}" type="parTrans" cxnId="{E18E454A-E90E-4CAF-AD8E-1D5A9C17E749}">
      <dgm:prSet/>
      <dgm:spPr/>
      <dgm:t>
        <a:bodyPr/>
        <a:lstStyle/>
        <a:p>
          <a:endParaRPr lang="en-US"/>
        </a:p>
      </dgm:t>
    </dgm:pt>
    <dgm:pt modelId="{756B0861-DC66-43AC-B060-08DBFDA124F6}" type="sibTrans" cxnId="{E18E454A-E90E-4CAF-AD8E-1D5A9C17E749}">
      <dgm:prSet/>
      <dgm:spPr/>
      <dgm:t>
        <a:bodyPr/>
        <a:lstStyle/>
        <a:p>
          <a:endParaRPr lang="en-US"/>
        </a:p>
      </dgm:t>
    </dgm:pt>
    <dgm:pt modelId="{0F322BE4-3645-452A-9580-9BD862FC0E25}" type="pres">
      <dgm:prSet presAssocID="{A0BB6A1E-0340-462F-B849-4AD42CFBF64D}" presName="root" presStyleCnt="0">
        <dgm:presLayoutVars>
          <dgm:dir/>
          <dgm:resizeHandles val="exact"/>
        </dgm:presLayoutVars>
      </dgm:prSet>
      <dgm:spPr/>
    </dgm:pt>
    <dgm:pt modelId="{06CBC762-1179-468F-A73F-FC7217F883E3}" type="pres">
      <dgm:prSet presAssocID="{9E27DFCF-03FE-4913-94F4-5CB1446CB9BC}" presName="compNode" presStyleCnt="0"/>
      <dgm:spPr/>
    </dgm:pt>
    <dgm:pt modelId="{611110B1-E917-45E2-8BFB-F50959660EB9}" type="pres">
      <dgm:prSet presAssocID="{9E27DFCF-03FE-4913-94F4-5CB1446CB9BC}" presName="iconBgRect" presStyleLbl="bgShp" presStyleIdx="0" presStyleCnt="2"/>
      <dgm:spPr/>
    </dgm:pt>
    <dgm:pt modelId="{BDEED7A9-2C30-42E7-A645-B8FD9FF72749}" type="pres">
      <dgm:prSet presAssocID="{9E27DFCF-03FE-4913-94F4-5CB1446CB9B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C9E96C9-6A04-44E1-BC56-4C82F3872AC8}" type="pres">
      <dgm:prSet presAssocID="{9E27DFCF-03FE-4913-94F4-5CB1446CB9BC}" presName="spaceRect" presStyleCnt="0"/>
      <dgm:spPr/>
    </dgm:pt>
    <dgm:pt modelId="{47718C61-0786-41BF-8A8B-3E74D35F352F}" type="pres">
      <dgm:prSet presAssocID="{9E27DFCF-03FE-4913-94F4-5CB1446CB9BC}" presName="textRect" presStyleLbl="revTx" presStyleIdx="0" presStyleCnt="2">
        <dgm:presLayoutVars>
          <dgm:chMax val="1"/>
          <dgm:chPref val="1"/>
        </dgm:presLayoutVars>
      </dgm:prSet>
      <dgm:spPr/>
    </dgm:pt>
    <dgm:pt modelId="{882EA87E-337D-40EF-8504-3E9F8EF6F862}" type="pres">
      <dgm:prSet presAssocID="{847C2E9B-902F-4ABC-87D3-CEB181A708E8}" presName="sibTrans" presStyleCnt="0"/>
      <dgm:spPr/>
    </dgm:pt>
    <dgm:pt modelId="{574B89D3-4425-4389-8BB3-4C3FBAED83E9}" type="pres">
      <dgm:prSet presAssocID="{994FCE15-EF41-4113-8FAC-2602ABBED15D}" presName="compNode" presStyleCnt="0"/>
      <dgm:spPr/>
    </dgm:pt>
    <dgm:pt modelId="{A6AC8353-320B-4694-8207-2E501451B323}" type="pres">
      <dgm:prSet presAssocID="{994FCE15-EF41-4113-8FAC-2602ABBED15D}" presName="iconBgRect" presStyleLbl="bgShp" presStyleIdx="1" presStyleCnt="2"/>
      <dgm:spPr/>
    </dgm:pt>
    <dgm:pt modelId="{30E217AA-B76E-4C6E-AAB9-D9E87CC8D981}" type="pres">
      <dgm:prSet presAssocID="{994FCE15-EF41-4113-8FAC-2602ABBED15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AC41991E-6074-4527-845E-8A4B8BAA5521}" type="pres">
      <dgm:prSet presAssocID="{994FCE15-EF41-4113-8FAC-2602ABBED15D}" presName="spaceRect" presStyleCnt="0"/>
      <dgm:spPr/>
    </dgm:pt>
    <dgm:pt modelId="{AC6D44A5-DD02-435F-9807-AF733B10DF29}" type="pres">
      <dgm:prSet presAssocID="{994FCE15-EF41-4113-8FAC-2602ABBED15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9AB0616-6347-4988-9786-1E6FFBB74AA3}" type="presOf" srcId="{9E27DFCF-03FE-4913-94F4-5CB1446CB9BC}" destId="{47718C61-0786-41BF-8A8B-3E74D35F352F}" srcOrd="0" destOrd="0" presId="urn:microsoft.com/office/officeart/2018/5/layout/IconCircleLabelList"/>
    <dgm:cxn modelId="{C87AF929-85FD-4F4C-9A5D-3F1931DC3452}" type="presOf" srcId="{A0BB6A1E-0340-462F-B849-4AD42CFBF64D}" destId="{0F322BE4-3645-452A-9580-9BD862FC0E25}" srcOrd="0" destOrd="0" presId="urn:microsoft.com/office/officeart/2018/5/layout/IconCircleLabelList"/>
    <dgm:cxn modelId="{E18E454A-E90E-4CAF-AD8E-1D5A9C17E749}" srcId="{A0BB6A1E-0340-462F-B849-4AD42CFBF64D}" destId="{994FCE15-EF41-4113-8FAC-2602ABBED15D}" srcOrd="1" destOrd="0" parTransId="{CD9E8692-9DB4-4E08-AA0E-3376E5377B82}" sibTransId="{756B0861-DC66-43AC-B060-08DBFDA124F6}"/>
    <dgm:cxn modelId="{87F75D54-F6CE-41BA-B18A-97D9B1E89BA2}" srcId="{A0BB6A1E-0340-462F-B849-4AD42CFBF64D}" destId="{9E27DFCF-03FE-4913-94F4-5CB1446CB9BC}" srcOrd="0" destOrd="0" parTransId="{DF5517B9-792F-4877-8701-D663FFC77568}" sibTransId="{847C2E9B-902F-4ABC-87D3-CEB181A708E8}"/>
    <dgm:cxn modelId="{C87023BF-95D2-4361-846E-7B5E5E17B48F}" type="presOf" srcId="{994FCE15-EF41-4113-8FAC-2602ABBED15D}" destId="{AC6D44A5-DD02-435F-9807-AF733B10DF29}" srcOrd="0" destOrd="0" presId="urn:microsoft.com/office/officeart/2018/5/layout/IconCircleLabelList"/>
    <dgm:cxn modelId="{68616D18-DBC4-4CD8-806E-20B1052767D1}" type="presParOf" srcId="{0F322BE4-3645-452A-9580-9BD862FC0E25}" destId="{06CBC762-1179-468F-A73F-FC7217F883E3}" srcOrd="0" destOrd="0" presId="urn:microsoft.com/office/officeart/2018/5/layout/IconCircleLabelList"/>
    <dgm:cxn modelId="{84B87DA5-A947-4E0E-85B7-9B932D3A3938}" type="presParOf" srcId="{06CBC762-1179-468F-A73F-FC7217F883E3}" destId="{611110B1-E917-45E2-8BFB-F50959660EB9}" srcOrd="0" destOrd="0" presId="urn:microsoft.com/office/officeart/2018/5/layout/IconCircleLabelList"/>
    <dgm:cxn modelId="{B7CD7059-BEC8-4ED2-8AB1-B72CC3240819}" type="presParOf" srcId="{06CBC762-1179-468F-A73F-FC7217F883E3}" destId="{BDEED7A9-2C30-42E7-A645-B8FD9FF72749}" srcOrd="1" destOrd="0" presId="urn:microsoft.com/office/officeart/2018/5/layout/IconCircleLabelList"/>
    <dgm:cxn modelId="{8F0AF58D-2A94-4443-811E-A643BF204DBB}" type="presParOf" srcId="{06CBC762-1179-468F-A73F-FC7217F883E3}" destId="{BC9E96C9-6A04-44E1-BC56-4C82F3872AC8}" srcOrd="2" destOrd="0" presId="urn:microsoft.com/office/officeart/2018/5/layout/IconCircleLabelList"/>
    <dgm:cxn modelId="{A636A306-43B9-46E7-B7F4-B94C6B665573}" type="presParOf" srcId="{06CBC762-1179-468F-A73F-FC7217F883E3}" destId="{47718C61-0786-41BF-8A8B-3E74D35F352F}" srcOrd="3" destOrd="0" presId="urn:microsoft.com/office/officeart/2018/5/layout/IconCircleLabelList"/>
    <dgm:cxn modelId="{273F922F-1FE5-4D97-8294-539AC72774AE}" type="presParOf" srcId="{0F322BE4-3645-452A-9580-9BD862FC0E25}" destId="{882EA87E-337D-40EF-8504-3E9F8EF6F862}" srcOrd="1" destOrd="0" presId="urn:microsoft.com/office/officeart/2018/5/layout/IconCircleLabelList"/>
    <dgm:cxn modelId="{418D4B48-9C1D-49E9-A7FF-B83A6200033C}" type="presParOf" srcId="{0F322BE4-3645-452A-9580-9BD862FC0E25}" destId="{574B89D3-4425-4389-8BB3-4C3FBAED83E9}" srcOrd="2" destOrd="0" presId="urn:microsoft.com/office/officeart/2018/5/layout/IconCircleLabelList"/>
    <dgm:cxn modelId="{8FDB57B8-231C-4563-B52C-FAC166F7E5BD}" type="presParOf" srcId="{574B89D3-4425-4389-8BB3-4C3FBAED83E9}" destId="{A6AC8353-320B-4694-8207-2E501451B323}" srcOrd="0" destOrd="0" presId="urn:microsoft.com/office/officeart/2018/5/layout/IconCircleLabelList"/>
    <dgm:cxn modelId="{F9DABB04-C35C-4414-8535-F99BB91177C0}" type="presParOf" srcId="{574B89D3-4425-4389-8BB3-4C3FBAED83E9}" destId="{30E217AA-B76E-4C6E-AAB9-D9E87CC8D981}" srcOrd="1" destOrd="0" presId="urn:microsoft.com/office/officeart/2018/5/layout/IconCircleLabelList"/>
    <dgm:cxn modelId="{AD193E6C-81C2-4E9D-B199-E9E2D4DC6421}" type="presParOf" srcId="{574B89D3-4425-4389-8BB3-4C3FBAED83E9}" destId="{AC41991E-6074-4527-845E-8A4B8BAA5521}" srcOrd="2" destOrd="0" presId="urn:microsoft.com/office/officeart/2018/5/layout/IconCircleLabelList"/>
    <dgm:cxn modelId="{3C279256-BD32-450D-9EDF-2A1D1B693B25}" type="presParOf" srcId="{574B89D3-4425-4389-8BB3-4C3FBAED83E9}" destId="{AC6D44A5-DD02-435F-9807-AF733B10DF2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CEE19B-12F4-4E37-9507-2305830BC5C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CF2F19E-1410-4113-959F-8FA99483F956}">
      <dgm:prSet/>
      <dgm:spPr/>
      <dgm:t>
        <a:bodyPr/>
        <a:lstStyle/>
        <a:p>
          <a:r>
            <a:rPr lang="en-US"/>
            <a:t>Weak: Explain this topic</a:t>
          </a:r>
        </a:p>
      </dgm:t>
    </dgm:pt>
    <dgm:pt modelId="{39CB363A-F142-4E52-8A85-0FC50304AEA7}" type="parTrans" cxnId="{FAD4646B-C55A-49E3-B1CC-8B6085F0524D}">
      <dgm:prSet/>
      <dgm:spPr/>
      <dgm:t>
        <a:bodyPr/>
        <a:lstStyle/>
        <a:p>
          <a:endParaRPr lang="en-US"/>
        </a:p>
      </dgm:t>
    </dgm:pt>
    <dgm:pt modelId="{4D6FDC46-480C-4832-BAF6-C9D1BCE4D1A9}" type="sibTrans" cxnId="{FAD4646B-C55A-49E3-B1CC-8B6085F0524D}">
      <dgm:prSet/>
      <dgm:spPr/>
      <dgm:t>
        <a:bodyPr/>
        <a:lstStyle/>
        <a:p>
          <a:endParaRPr lang="en-US"/>
        </a:p>
      </dgm:t>
    </dgm:pt>
    <dgm:pt modelId="{7CC23025-82D8-4311-B41A-7B05177AE8F1}">
      <dgm:prSet/>
      <dgm:spPr/>
      <dgm:t>
        <a:bodyPr/>
        <a:lstStyle/>
        <a:p>
          <a:r>
            <a:rPr lang="en-US"/>
            <a:t>Strong: Explain formative assessment for first-year students in 3 bullet points</a:t>
          </a:r>
        </a:p>
      </dgm:t>
    </dgm:pt>
    <dgm:pt modelId="{46F76711-EF7A-4F2D-A77C-781DFEDD05D2}" type="parTrans" cxnId="{799FDB50-978B-4E9B-9ACB-FB6C4075D130}">
      <dgm:prSet/>
      <dgm:spPr/>
      <dgm:t>
        <a:bodyPr/>
        <a:lstStyle/>
        <a:p>
          <a:endParaRPr lang="en-US"/>
        </a:p>
      </dgm:t>
    </dgm:pt>
    <dgm:pt modelId="{8B58D84A-1151-481D-89A6-D2692E8C1EA8}" type="sibTrans" cxnId="{799FDB50-978B-4E9B-9ACB-FB6C4075D130}">
      <dgm:prSet/>
      <dgm:spPr/>
      <dgm:t>
        <a:bodyPr/>
        <a:lstStyle/>
        <a:p>
          <a:endParaRPr lang="en-US"/>
        </a:p>
      </dgm:t>
    </dgm:pt>
    <dgm:pt modelId="{BF367517-FA7F-BD4F-8A6A-6FD122061D42}" type="pres">
      <dgm:prSet presAssocID="{38CEE19B-12F4-4E37-9507-2305830BC5CC}" presName="diagram" presStyleCnt="0">
        <dgm:presLayoutVars>
          <dgm:dir/>
          <dgm:resizeHandles val="exact"/>
        </dgm:presLayoutVars>
      </dgm:prSet>
      <dgm:spPr/>
    </dgm:pt>
    <dgm:pt modelId="{25FFE394-D95D-D048-8777-94FF2DDE6318}" type="pres">
      <dgm:prSet presAssocID="{5CF2F19E-1410-4113-959F-8FA99483F956}" presName="node" presStyleLbl="node1" presStyleIdx="0" presStyleCnt="2">
        <dgm:presLayoutVars>
          <dgm:bulletEnabled val="1"/>
        </dgm:presLayoutVars>
      </dgm:prSet>
      <dgm:spPr/>
    </dgm:pt>
    <dgm:pt modelId="{CE914693-47A5-B44B-A8F7-FD0D797F3137}" type="pres">
      <dgm:prSet presAssocID="{4D6FDC46-480C-4832-BAF6-C9D1BCE4D1A9}" presName="sibTrans" presStyleCnt="0"/>
      <dgm:spPr/>
    </dgm:pt>
    <dgm:pt modelId="{FD3CA8AD-EAF4-CB46-82DF-C311325D1181}" type="pres">
      <dgm:prSet presAssocID="{7CC23025-82D8-4311-B41A-7B05177AE8F1}" presName="node" presStyleLbl="node1" presStyleIdx="1" presStyleCnt="2">
        <dgm:presLayoutVars>
          <dgm:bulletEnabled val="1"/>
        </dgm:presLayoutVars>
      </dgm:prSet>
      <dgm:spPr/>
    </dgm:pt>
  </dgm:ptLst>
  <dgm:cxnLst>
    <dgm:cxn modelId="{BDA84B49-9D2F-674F-83E3-474A76B2F3E6}" type="presOf" srcId="{5CF2F19E-1410-4113-959F-8FA99483F956}" destId="{25FFE394-D95D-D048-8777-94FF2DDE6318}" srcOrd="0" destOrd="0" presId="urn:microsoft.com/office/officeart/2005/8/layout/default"/>
    <dgm:cxn modelId="{799FDB50-978B-4E9B-9ACB-FB6C4075D130}" srcId="{38CEE19B-12F4-4E37-9507-2305830BC5CC}" destId="{7CC23025-82D8-4311-B41A-7B05177AE8F1}" srcOrd="1" destOrd="0" parTransId="{46F76711-EF7A-4F2D-A77C-781DFEDD05D2}" sibTransId="{8B58D84A-1151-481D-89A6-D2692E8C1EA8}"/>
    <dgm:cxn modelId="{FAD4646B-C55A-49E3-B1CC-8B6085F0524D}" srcId="{38CEE19B-12F4-4E37-9507-2305830BC5CC}" destId="{5CF2F19E-1410-4113-959F-8FA99483F956}" srcOrd="0" destOrd="0" parTransId="{39CB363A-F142-4E52-8A85-0FC50304AEA7}" sibTransId="{4D6FDC46-480C-4832-BAF6-C9D1BCE4D1A9}"/>
    <dgm:cxn modelId="{0F676BEF-9007-4C42-8669-162ED473D684}" type="presOf" srcId="{7CC23025-82D8-4311-B41A-7B05177AE8F1}" destId="{FD3CA8AD-EAF4-CB46-82DF-C311325D1181}" srcOrd="0" destOrd="0" presId="urn:microsoft.com/office/officeart/2005/8/layout/default"/>
    <dgm:cxn modelId="{37DEA9FD-2D7E-024B-8372-DEE074C4D011}" type="presOf" srcId="{38CEE19B-12F4-4E37-9507-2305830BC5CC}" destId="{BF367517-FA7F-BD4F-8A6A-6FD122061D42}" srcOrd="0" destOrd="0" presId="urn:microsoft.com/office/officeart/2005/8/layout/default"/>
    <dgm:cxn modelId="{99FC9B1C-BC03-2B4C-A1F9-07DFEE95C1E0}" type="presParOf" srcId="{BF367517-FA7F-BD4F-8A6A-6FD122061D42}" destId="{25FFE394-D95D-D048-8777-94FF2DDE6318}" srcOrd="0" destOrd="0" presId="urn:microsoft.com/office/officeart/2005/8/layout/default"/>
    <dgm:cxn modelId="{EE5C0C65-3691-164C-BC10-F681F9C827C3}" type="presParOf" srcId="{BF367517-FA7F-BD4F-8A6A-6FD122061D42}" destId="{CE914693-47A5-B44B-A8F7-FD0D797F3137}" srcOrd="1" destOrd="0" presId="urn:microsoft.com/office/officeart/2005/8/layout/default"/>
    <dgm:cxn modelId="{9541B265-BC4A-EA40-8750-786A844973D0}" type="presParOf" srcId="{BF367517-FA7F-BD4F-8A6A-6FD122061D42}" destId="{FD3CA8AD-EAF4-CB46-82DF-C311325D1181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87EB8A-3AD6-45DD-A0CD-D73C24F9E2E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3D96644-23D0-43D5-B9AD-2B3B9F5D5EF2}">
      <dgm:prSet/>
      <dgm:spPr/>
      <dgm:t>
        <a:bodyPr/>
        <a:lstStyle/>
        <a:p>
          <a:r>
            <a:rPr lang="en-US"/>
            <a:t>Role</a:t>
          </a:r>
        </a:p>
      </dgm:t>
    </dgm:pt>
    <dgm:pt modelId="{C3AC7772-D125-4E34-B0A0-57DA797C09F7}" type="parTrans" cxnId="{992FD4BD-C4BE-4D83-86E4-D149116D1616}">
      <dgm:prSet/>
      <dgm:spPr/>
      <dgm:t>
        <a:bodyPr/>
        <a:lstStyle/>
        <a:p>
          <a:endParaRPr lang="en-US"/>
        </a:p>
      </dgm:t>
    </dgm:pt>
    <dgm:pt modelId="{C78A55D1-FFA1-4BDF-B61D-A7F9960927F3}" type="sibTrans" cxnId="{992FD4BD-C4BE-4D83-86E4-D149116D1616}">
      <dgm:prSet/>
      <dgm:spPr/>
      <dgm:t>
        <a:bodyPr/>
        <a:lstStyle/>
        <a:p>
          <a:endParaRPr lang="en-US"/>
        </a:p>
      </dgm:t>
    </dgm:pt>
    <dgm:pt modelId="{35C86E45-FAE5-4C4A-8063-BB151CCCA9C4}">
      <dgm:prSet/>
      <dgm:spPr/>
      <dgm:t>
        <a:bodyPr/>
        <a:lstStyle/>
        <a:p>
          <a:r>
            <a:rPr lang="en-US"/>
            <a:t>Task</a:t>
          </a:r>
        </a:p>
      </dgm:t>
    </dgm:pt>
    <dgm:pt modelId="{3A3A3D7A-D51C-47D9-8C6E-533CA7179B3C}" type="parTrans" cxnId="{F87364CB-4806-4FF7-90BD-C18001FC06CC}">
      <dgm:prSet/>
      <dgm:spPr/>
      <dgm:t>
        <a:bodyPr/>
        <a:lstStyle/>
        <a:p>
          <a:endParaRPr lang="en-US"/>
        </a:p>
      </dgm:t>
    </dgm:pt>
    <dgm:pt modelId="{4FC5E25F-E0DE-4EAE-9DA2-E2C07E72741C}" type="sibTrans" cxnId="{F87364CB-4806-4FF7-90BD-C18001FC06CC}">
      <dgm:prSet/>
      <dgm:spPr/>
      <dgm:t>
        <a:bodyPr/>
        <a:lstStyle/>
        <a:p>
          <a:endParaRPr lang="en-US"/>
        </a:p>
      </dgm:t>
    </dgm:pt>
    <dgm:pt modelId="{65D571C2-0008-4F68-806D-54845037AECA}">
      <dgm:prSet/>
      <dgm:spPr/>
      <dgm:t>
        <a:bodyPr/>
        <a:lstStyle/>
        <a:p>
          <a:r>
            <a:rPr lang="en-US"/>
            <a:t>Context</a:t>
          </a:r>
        </a:p>
      </dgm:t>
    </dgm:pt>
    <dgm:pt modelId="{306D14B7-4D35-4164-B7FA-5A8B18B4F7F9}" type="parTrans" cxnId="{CF0D1A63-7C8F-479A-8894-57E83138E6E1}">
      <dgm:prSet/>
      <dgm:spPr/>
      <dgm:t>
        <a:bodyPr/>
        <a:lstStyle/>
        <a:p>
          <a:endParaRPr lang="en-US"/>
        </a:p>
      </dgm:t>
    </dgm:pt>
    <dgm:pt modelId="{C5B7CF33-42ED-4CD8-8DB4-015A0BBF2B1C}" type="sibTrans" cxnId="{CF0D1A63-7C8F-479A-8894-57E83138E6E1}">
      <dgm:prSet/>
      <dgm:spPr/>
      <dgm:t>
        <a:bodyPr/>
        <a:lstStyle/>
        <a:p>
          <a:endParaRPr lang="en-US"/>
        </a:p>
      </dgm:t>
    </dgm:pt>
    <dgm:pt modelId="{B03625E4-A9AD-4806-8605-08D5D7F12F87}">
      <dgm:prSet/>
      <dgm:spPr/>
      <dgm:t>
        <a:bodyPr/>
        <a:lstStyle/>
        <a:p>
          <a:r>
            <a:rPr lang="en-US"/>
            <a:t>Format</a:t>
          </a:r>
        </a:p>
      </dgm:t>
    </dgm:pt>
    <dgm:pt modelId="{1257ED92-5CA1-45A9-8934-020083E17F01}" type="parTrans" cxnId="{CCE75452-EDB2-452F-8D1B-A42507CD1F82}">
      <dgm:prSet/>
      <dgm:spPr/>
      <dgm:t>
        <a:bodyPr/>
        <a:lstStyle/>
        <a:p>
          <a:endParaRPr lang="en-US"/>
        </a:p>
      </dgm:t>
    </dgm:pt>
    <dgm:pt modelId="{A3EAC023-2E23-49B4-9AD8-8B7539355779}" type="sibTrans" cxnId="{CCE75452-EDB2-452F-8D1B-A42507CD1F82}">
      <dgm:prSet/>
      <dgm:spPr/>
      <dgm:t>
        <a:bodyPr/>
        <a:lstStyle/>
        <a:p>
          <a:endParaRPr lang="en-US"/>
        </a:p>
      </dgm:t>
    </dgm:pt>
    <dgm:pt modelId="{0B728894-D51D-7A4E-B024-EA724CB20818}" type="pres">
      <dgm:prSet presAssocID="{CA87EB8A-3AD6-45DD-A0CD-D73C24F9E2EF}" presName="diagram" presStyleCnt="0">
        <dgm:presLayoutVars>
          <dgm:dir/>
          <dgm:resizeHandles val="exact"/>
        </dgm:presLayoutVars>
      </dgm:prSet>
      <dgm:spPr/>
    </dgm:pt>
    <dgm:pt modelId="{092CDC88-E20B-C441-AF6F-F368956E83DB}" type="pres">
      <dgm:prSet presAssocID="{E3D96644-23D0-43D5-B9AD-2B3B9F5D5EF2}" presName="node" presStyleLbl="node1" presStyleIdx="0" presStyleCnt="4">
        <dgm:presLayoutVars>
          <dgm:bulletEnabled val="1"/>
        </dgm:presLayoutVars>
      </dgm:prSet>
      <dgm:spPr/>
    </dgm:pt>
    <dgm:pt modelId="{2E1B6755-AAAD-A945-867E-DE7E427119AA}" type="pres">
      <dgm:prSet presAssocID="{C78A55D1-FFA1-4BDF-B61D-A7F9960927F3}" presName="sibTrans" presStyleCnt="0"/>
      <dgm:spPr/>
    </dgm:pt>
    <dgm:pt modelId="{68B2CF5B-34DB-DE47-BFE5-43E23E616D62}" type="pres">
      <dgm:prSet presAssocID="{35C86E45-FAE5-4C4A-8063-BB151CCCA9C4}" presName="node" presStyleLbl="node1" presStyleIdx="1" presStyleCnt="4">
        <dgm:presLayoutVars>
          <dgm:bulletEnabled val="1"/>
        </dgm:presLayoutVars>
      </dgm:prSet>
      <dgm:spPr/>
    </dgm:pt>
    <dgm:pt modelId="{9393762C-5917-C74E-A391-F79B0B83DD49}" type="pres">
      <dgm:prSet presAssocID="{4FC5E25F-E0DE-4EAE-9DA2-E2C07E72741C}" presName="sibTrans" presStyleCnt="0"/>
      <dgm:spPr/>
    </dgm:pt>
    <dgm:pt modelId="{110E016D-3992-EB40-93D3-61DCC690DCD9}" type="pres">
      <dgm:prSet presAssocID="{65D571C2-0008-4F68-806D-54845037AECA}" presName="node" presStyleLbl="node1" presStyleIdx="2" presStyleCnt="4">
        <dgm:presLayoutVars>
          <dgm:bulletEnabled val="1"/>
        </dgm:presLayoutVars>
      </dgm:prSet>
      <dgm:spPr/>
    </dgm:pt>
    <dgm:pt modelId="{9403F4E7-0F20-744A-B4F0-25C96AD1B4A9}" type="pres">
      <dgm:prSet presAssocID="{C5B7CF33-42ED-4CD8-8DB4-015A0BBF2B1C}" presName="sibTrans" presStyleCnt="0"/>
      <dgm:spPr/>
    </dgm:pt>
    <dgm:pt modelId="{5DA8D6BB-9E58-4742-9CFE-386D744AABC4}" type="pres">
      <dgm:prSet presAssocID="{B03625E4-A9AD-4806-8605-08D5D7F12F87}" presName="node" presStyleLbl="node1" presStyleIdx="3" presStyleCnt="4">
        <dgm:presLayoutVars>
          <dgm:bulletEnabled val="1"/>
        </dgm:presLayoutVars>
      </dgm:prSet>
      <dgm:spPr/>
    </dgm:pt>
  </dgm:ptLst>
  <dgm:cxnLst>
    <dgm:cxn modelId="{1CE6AE18-12ED-1C49-A63C-4E19A6E8882F}" type="presOf" srcId="{B03625E4-A9AD-4806-8605-08D5D7F12F87}" destId="{5DA8D6BB-9E58-4742-9CFE-386D744AABC4}" srcOrd="0" destOrd="0" presId="urn:microsoft.com/office/officeart/2005/8/layout/default"/>
    <dgm:cxn modelId="{CCE75452-EDB2-452F-8D1B-A42507CD1F82}" srcId="{CA87EB8A-3AD6-45DD-A0CD-D73C24F9E2EF}" destId="{B03625E4-A9AD-4806-8605-08D5D7F12F87}" srcOrd="3" destOrd="0" parTransId="{1257ED92-5CA1-45A9-8934-020083E17F01}" sibTransId="{A3EAC023-2E23-49B4-9AD8-8B7539355779}"/>
    <dgm:cxn modelId="{285FFD58-3D45-4741-B214-AFD6825C2F00}" type="presOf" srcId="{35C86E45-FAE5-4C4A-8063-BB151CCCA9C4}" destId="{68B2CF5B-34DB-DE47-BFE5-43E23E616D62}" srcOrd="0" destOrd="0" presId="urn:microsoft.com/office/officeart/2005/8/layout/default"/>
    <dgm:cxn modelId="{615E4159-9F82-EC45-A3D3-66DC179832C6}" type="presOf" srcId="{E3D96644-23D0-43D5-B9AD-2B3B9F5D5EF2}" destId="{092CDC88-E20B-C441-AF6F-F368956E83DB}" srcOrd="0" destOrd="0" presId="urn:microsoft.com/office/officeart/2005/8/layout/default"/>
    <dgm:cxn modelId="{CF0D1A63-7C8F-479A-8894-57E83138E6E1}" srcId="{CA87EB8A-3AD6-45DD-A0CD-D73C24F9E2EF}" destId="{65D571C2-0008-4F68-806D-54845037AECA}" srcOrd="2" destOrd="0" parTransId="{306D14B7-4D35-4164-B7FA-5A8B18B4F7F9}" sibTransId="{C5B7CF33-42ED-4CD8-8DB4-015A0BBF2B1C}"/>
    <dgm:cxn modelId="{DC7CA06B-FF7A-0249-A70C-3505539C844F}" type="presOf" srcId="{CA87EB8A-3AD6-45DD-A0CD-D73C24F9E2EF}" destId="{0B728894-D51D-7A4E-B024-EA724CB20818}" srcOrd="0" destOrd="0" presId="urn:microsoft.com/office/officeart/2005/8/layout/default"/>
    <dgm:cxn modelId="{992FD4BD-C4BE-4D83-86E4-D149116D1616}" srcId="{CA87EB8A-3AD6-45DD-A0CD-D73C24F9E2EF}" destId="{E3D96644-23D0-43D5-B9AD-2B3B9F5D5EF2}" srcOrd="0" destOrd="0" parTransId="{C3AC7772-D125-4E34-B0A0-57DA797C09F7}" sibTransId="{C78A55D1-FFA1-4BDF-B61D-A7F9960927F3}"/>
    <dgm:cxn modelId="{F87364CB-4806-4FF7-90BD-C18001FC06CC}" srcId="{CA87EB8A-3AD6-45DD-A0CD-D73C24F9E2EF}" destId="{35C86E45-FAE5-4C4A-8063-BB151CCCA9C4}" srcOrd="1" destOrd="0" parTransId="{3A3A3D7A-D51C-47D9-8C6E-533CA7179B3C}" sibTransId="{4FC5E25F-E0DE-4EAE-9DA2-E2C07E72741C}"/>
    <dgm:cxn modelId="{C6BE59EA-7A5A-5948-9495-194D75D78C91}" type="presOf" srcId="{65D571C2-0008-4F68-806D-54845037AECA}" destId="{110E016D-3992-EB40-93D3-61DCC690DCD9}" srcOrd="0" destOrd="0" presId="urn:microsoft.com/office/officeart/2005/8/layout/default"/>
    <dgm:cxn modelId="{F762AC5F-C67B-074C-9278-A9136D8167C0}" type="presParOf" srcId="{0B728894-D51D-7A4E-B024-EA724CB20818}" destId="{092CDC88-E20B-C441-AF6F-F368956E83DB}" srcOrd="0" destOrd="0" presId="urn:microsoft.com/office/officeart/2005/8/layout/default"/>
    <dgm:cxn modelId="{72943425-23B4-DB49-872E-83BAD180C618}" type="presParOf" srcId="{0B728894-D51D-7A4E-B024-EA724CB20818}" destId="{2E1B6755-AAAD-A945-867E-DE7E427119AA}" srcOrd="1" destOrd="0" presId="urn:microsoft.com/office/officeart/2005/8/layout/default"/>
    <dgm:cxn modelId="{31787020-B1A8-4249-A633-DEC4AC069F0B}" type="presParOf" srcId="{0B728894-D51D-7A4E-B024-EA724CB20818}" destId="{68B2CF5B-34DB-DE47-BFE5-43E23E616D62}" srcOrd="2" destOrd="0" presId="urn:microsoft.com/office/officeart/2005/8/layout/default"/>
    <dgm:cxn modelId="{35B49343-57FB-DF4B-B24D-CB0902BD797E}" type="presParOf" srcId="{0B728894-D51D-7A4E-B024-EA724CB20818}" destId="{9393762C-5917-C74E-A391-F79B0B83DD49}" srcOrd="3" destOrd="0" presId="urn:microsoft.com/office/officeart/2005/8/layout/default"/>
    <dgm:cxn modelId="{C7DA7F30-8F36-8C48-A7EC-EA915955B9EC}" type="presParOf" srcId="{0B728894-D51D-7A4E-B024-EA724CB20818}" destId="{110E016D-3992-EB40-93D3-61DCC690DCD9}" srcOrd="4" destOrd="0" presId="urn:microsoft.com/office/officeart/2005/8/layout/default"/>
    <dgm:cxn modelId="{71183653-DED0-2F4D-9258-0C5CCCCDB1AA}" type="presParOf" srcId="{0B728894-D51D-7A4E-B024-EA724CB20818}" destId="{9403F4E7-0F20-744A-B4F0-25C96AD1B4A9}" srcOrd="5" destOrd="0" presId="urn:microsoft.com/office/officeart/2005/8/layout/default"/>
    <dgm:cxn modelId="{2F520AB7-6738-944F-B836-CA720D700371}" type="presParOf" srcId="{0B728894-D51D-7A4E-B024-EA724CB20818}" destId="{5DA8D6BB-9E58-4742-9CFE-386D744AABC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300119-F435-49E3-B725-F08F8E5BC20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988B514-8E9C-4A4C-B72B-845F478B448B}">
      <dgm:prSet/>
      <dgm:spPr/>
      <dgm:t>
        <a:bodyPr/>
        <a:lstStyle/>
        <a:p>
          <a:pPr>
            <a:defRPr cap="all"/>
          </a:pPr>
          <a:r>
            <a:rPr lang="en-US"/>
            <a:t>Act as an instructional designer</a:t>
          </a:r>
        </a:p>
      </dgm:t>
    </dgm:pt>
    <dgm:pt modelId="{C7AF93AF-DF11-4242-9B48-9490DFDDD7C5}" type="parTrans" cxnId="{B8A63E06-EE93-4162-867A-3F59678AC1F7}">
      <dgm:prSet/>
      <dgm:spPr/>
      <dgm:t>
        <a:bodyPr/>
        <a:lstStyle/>
        <a:p>
          <a:endParaRPr lang="en-US"/>
        </a:p>
      </dgm:t>
    </dgm:pt>
    <dgm:pt modelId="{E923570E-8BFF-4CC9-9789-4A2B977860D5}" type="sibTrans" cxnId="{B8A63E06-EE93-4162-867A-3F59678AC1F7}">
      <dgm:prSet/>
      <dgm:spPr/>
      <dgm:t>
        <a:bodyPr/>
        <a:lstStyle/>
        <a:p>
          <a:endParaRPr lang="en-US"/>
        </a:p>
      </dgm:t>
    </dgm:pt>
    <dgm:pt modelId="{195CCD0E-C7FA-4205-BFD3-2140B5E90501}">
      <dgm:prSet/>
      <dgm:spPr/>
      <dgm:t>
        <a:bodyPr/>
        <a:lstStyle/>
        <a:p>
          <a:pPr>
            <a:defRPr cap="all"/>
          </a:pPr>
          <a:r>
            <a:rPr lang="en-US"/>
            <a:t>Create a 10-min activity for biology class</a:t>
          </a:r>
        </a:p>
      </dgm:t>
    </dgm:pt>
    <dgm:pt modelId="{1016D6AD-74D4-4F14-89C9-BED90D290BB8}" type="parTrans" cxnId="{6FF03E1F-A2E4-4CA8-A163-5441E97567CB}">
      <dgm:prSet/>
      <dgm:spPr/>
      <dgm:t>
        <a:bodyPr/>
        <a:lstStyle/>
        <a:p>
          <a:endParaRPr lang="en-US"/>
        </a:p>
      </dgm:t>
    </dgm:pt>
    <dgm:pt modelId="{3FCD44E6-5CCC-4C74-B9FA-C31DB091B994}" type="sibTrans" cxnId="{6FF03E1F-A2E4-4CA8-A163-5441E97567CB}">
      <dgm:prSet/>
      <dgm:spPr/>
      <dgm:t>
        <a:bodyPr/>
        <a:lstStyle/>
        <a:p>
          <a:endParaRPr lang="en-US"/>
        </a:p>
      </dgm:t>
    </dgm:pt>
    <dgm:pt modelId="{11C9ADBA-D7E3-495C-B68E-83983E10BA2B}">
      <dgm:prSet/>
      <dgm:spPr/>
      <dgm:t>
        <a:bodyPr/>
        <a:lstStyle/>
        <a:p>
          <a:pPr>
            <a:defRPr cap="all"/>
          </a:pPr>
          <a:r>
            <a:rPr lang="en-US"/>
            <a:t>Include steps and outcomes</a:t>
          </a:r>
        </a:p>
      </dgm:t>
    </dgm:pt>
    <dgm:pt modelId="{0F2ADF5F-4904-4EE1-A78B-A1ED86E7DB0E}" type="parTrans" cxnId="{51F8F4B1-F78B-4916-BB33-279BEC45FF53}">
      <dgm:prSet/>
      <dgm:spPr/>
      <dgm:t>
        <a:bodyPr/>
        <a:lstStyle/>
        <a:p>
          <a:endParaRPr lang="en-US"/>
        </a:p>
      </dgm:t>
    </dgm:pt>
    <dgm:pt modelId="{20520313-1F04-437F-A25B-F260EC1D239A}" type="sibTrans" cxnId="{51F8F4B1-F78B-4916-BB33-279BEC45FF53}">
      <dgm:prSet/>
      <dgm:spPr/>
      <dgm:t>
        <a:bodyPr/>
        <a:lstStyle/>
        <a:p>
          <a:endParaRPr lang="en-US"/>
        </a:p>
      </dgm:t>
    </dgm:pt>
    <dgm:pt modelId="{B9A15031-ED70-4925-B012-D8AD50274FF5}">
      <dgm:prSet/>
      <dgm:spPr/>
      <dgm:t>
        <a:bodyPr/>
        <a:lstStyle/>
        <a:p>
          <a:pPr>
            <a:defRPr cap="all"/>
          </a:pPr>
          <a:r>
            <a:rPr lang="en-US" dirty="0"/>
            <a:t>Provide PowerPoint and worksheet that goes along with the lesson</a:t>
          </a:r>
        </a:p>
      </dgm:t>
    </dgm:pt>
    <dgm:pt modelId="{C1722A7E-978F-44C6-B2C2-F61EA8831B82}" type="parTrans" cxnId="{6FFD031D-A1DF-4BF5-91C4-E4B36DE51D5B}">
      <dgm:prSet/>
      <dgm:spPr/>
      <dgm:t>
        <a:bodyPr/>
        <a:lstStyle/>
        <a:p>
          <a:endParaRPr lang="en-US"/>
        </a:p>
      </dgm:t>
    </dgm:pt>
    <dgm:pt modelId="{5B0CBF85-2A00-401C-B877-15C3AADB4BF7}" type="sibTrans" cxnId="{6FFD031D-A1DF-4BF5-91C4-E4B36DE51D5B}">
      <dgm:prSet/>
      <dgm:spPr/>
      <dgm:t>
        <a:bodyPr/>
        <a:lstStyle/>
        <a:p>
          <a:endParaRPr lang="en-US"/>
        </a:p>
      </dgm:t>
    </dgm:pt>
    <dgm:pt modelId="{1D95503E-5721-46AC-AAC2-7294A37F57D9}" type="pres">
      <dgm:prSet presAssocID="{D9300119-F435-49E3-B725-F08F8E5BC203}" presName="root" presStyleCnt="0">
        <dgm:presLayoutVars>
          <dgm:dir/>
          <dgm:resizeHandles val="exact"/>
        </dgm:presLayoutVars>
      </dgm:prSet>
      <dgm:spPr/>
    </dgm:pt>
    <dgm:pt modelId="{F1588502-C0B1-4C33-98F4-D50015D437EB}" type="pres">
      <dgm:prSet presAssocID="{3988B514-8E9C-4A4C-B72B-845F478B448B}" presName="compNode" presStyleCnt="0"/>
      <dgm:spPr/>
    </dgm:pt>
    <dgm:pt modelId="{AE658E6B-54AB-4C51-9B0F-3683E0F8E07D}" type="pres">
      <dgm:prSet presAssocID="{3988B514-8E9C-4A4C-B72B-845F478B448B}" presName="iconBgRect" presStyleLbl="bgShp" presStyleIdx="0" presStyleCnt="4"/>
      <dgm:spPr/>
    </dgm:pt>
    <dgm:pt modelId="{13330221-CDEC-4DB0-B1BF-7C71C5C4E99C}" type="pres">
      <dgm:prSet presAssocID="{3988B514-8E9C-4A4C-B72B-845F478B448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ll paint brush"/>
        </a:ext>
      </dgm:extLst>
    </dgm:pt>
    <dgm:pt modelId="{39FAE0D4-1B4A-4E18-AF72-56A3708064B8}" type="pres">
      <dgm:prSet presAssocID="{3988B514-8E9C-4A4C-B72B-845F478B448B}" presName="spaceRect" presStyleCnt="0"/>
      <dgm:spPr/>
    </dgm:pt>
    <dgm:pt modelId="{FB00DC73-056C-4EF2-BE7F-62E68AD6F596}" type="pres">
      <dgm:prSet presAssocID="{3988B514-8E9C-4A4C-B72B-845F478B448B}" presName="textRect" presStyleLbl="revTx" presStyleIdx="0" presStyleCnt="4">
        <dgm:presLayoutVars>
          <dgm:chMax val="1"/>
          <dgm:chPref val="1"/>
        </dgm:presLayoutVars>
      </dgm:prSet>
      <dgm:spPr/>
    </dgm:pt>
    <dgm:pt modelId="{6134A6DE-3CDB-43C1-B0E3-8D61536AB93C}" type="pres">
      <dgm:prSet presAssocID="{E923570E-8BFF-4CC9-9789-4A2B977860D5}" presName="sibTrans" presStyleCnt="0"/>
      <dgm:spPr/>
    </dgm:pt>
    <dgm:pt modelId="{79340EC1-4F9D-484B-8166-53A558488959}" type="pres">
      <dgm:prSet presAssocID="{195CCD0E-C7FA-4205-BFD3-2140B5E90501}" presName="compNode" presStyleCnt="0"/>
      <dgm:spPr/>
    </dgm:pt>
    <dgm:pt modelId="{19ED4C56-237E-4DC8-91D2-9928035B7503}" type="pres">
      <dgm:prSet presAssocID="{195CCD0E-C7FA-4205-BFD3-2140B5E90501}" presName="iconBgRect" presStyleLbl="bgShp" presStyleIdx="1" presStyleCnt="4"/>
      <dgm:spPr/>
    </dgm:pt>
    <dgm:pt modelId="{16A0EA5C-DABF-4B35-81DE-717C79319FF7}" type="pres">
      <dgm:prSet presAssocID="{195CCD0E-C7FA-4205-BFD3-2140B5E9050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28315C3F-5651-4A6F-8AE9-A34380D83C12}" type="pres">
      <dgm:prSet presAssocID="{195CCD0E-C7FA-4205-BFD3-2140B5E90501}" presName="spaceRect" presStyleCnt="0"/>
      <dgm:spPr/>
    </dgm:pt>
    <dgm:pt modelId="{E00A9D72-826F-4620-9D75-9203A93B3282}" type="pres">
      <dgm:prSet presAssocID="{195CCD0E-C7FA-4205-BFD3-2140B5E90501}" presName="textRect" presStyleLbl="revTx" presStyleIdx="1" presStyleCnt="4">
        <dgm:presLayoutVars>
          <dgm:chMax val="1"/>
          <dgm:chPref val="1"/>
        </dgm:presLayoutVars>
      </dgm:prSet>
      <dgm:spPr/>
    </dgm:pt>
    <dgm:pt modelId="{DB6DFDEF-FA41-4629-A844-4F843809F33B}" type="pres">
      <dgm:prSet presAssocID="{3FCD44E6-5CCC-4C74-B9FA-C31DB091B994}" presName="sibTrans" presStyleCnt="0"/>
      <dgm:spPr/>
    </dgm:pt>
    <dgm:pt modelId="{A44EEE39-10A1-4538-847F-339D0CB8DDED}" type="pres">
      <dgm:prSet presAssocID="{11C9ADBA-D7E3-495C-B68E-83983E10BA2B}" presName="compNode" presStyleCnt="0"/>
      <dgm:spPr/>
    </dgm:pt>
    <dgm:pt modelId="{BE660AC1-F9CE-4794-B10A-50A2DF2DB111}" type="pres">
      <dgm:prSet presAssocID="{11C9ADBA-D7E3-495C-B68E-83983E10BA2B}" presName="iconBgRect" presStyleLbl="bgShp" presStyleIdx="2" presStyleCnt="4"/>
      <dgm:spPr/>
    </dgm:pt>
    <dgm:pt modelId="{FD465EF0-AC60-431E-A9B9-708DA87FB4D9}" type="pres">
      <dgm:prSet presAssocID="{11C9ADBA-D7E3-495C-B68E-83983E10BA2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53170B8-FE7A-4AAA-8E92-3714E646BCDE}" type="pres">
      <dgm:prSet presAssocID="{11C9ADBA-D7E3-495C-B68E-83983E10BA2B}" presName="spaceRect" presStyleCnt="0"/>
      <dgm:spPr/>
    </dgm:pt>
    <dgm:pt modelId="{4EB1EA96-0B2F-436C-AE00-25EE2F1D325A}" type="pres">
      <dgm:prSet presAssocID="{11C9ADBA-D7E3-495C-B68E-83983E10BA2B}" presName="textRect" presStyleLbl="revTx" presStyleIdx="2" presStyleCnt="4">
        <dgm:presLayoutVars>
          <dgm:chMax val="1"/>
          <dgm:chPref val="1"/>
        </dgm:presLayoutVars>
      </dgm:prSet>
      <dgm:spPr/>
    </dgm:pt>
    <dgm:pt modelId="{5EFA8084-C108-4385-A1C7-69F0523D4735}" type="pres">
      <dgm:prSet presAssocID="{20520313-1F04-437F-A25B-F260EC1D239A}" presName="sibTrans" presStyleCnt="0"/>
      <dgm:spPr/>
    </dgm:pt>
    <dgm:pt modelId="{6B68CC0E-1970-4F48-896F-03683ABB0921}" type="pres">
      <dgm:prSet presAssocID="{B9A15031-ED70-4925-B012-D8AD50274FF5}" presName="compNode" presStyleCnt="0"/>
      <dgm:spPr/>
    </dgm:pt>
    <dgm:pt modelId="{20A98C3E-6FC1-4C40-B520-BC117F1E918D}" type="pres">
      <dgm:prSet presAssocID="{B9A15031-ED70-4925-B012-D8AD50274FF5}" presName="iconBgRect" presStyleLbl="bgShp" presStyleIdx="3" presStyleCnt="4"/>
      <dgm:spPr/>
    </dgm:pt>
    <dgm:pt modelId="{72DF485E-8F51-4925-98B3-092F3BA75F2A}" type="pres">
      <dgm:prSet presAssocID="{B9A15031-ED70-4925-B012-D8AD50274FF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CA430906-042E-47E1-BD02-287B09D0ADDA}" type="pres">
      <dgm:prSet presAssocID="{B9A15031-ED70-4925-B012-D8AD50274FF5}" presName="spaceRect" presStyleCnt="0"/>
      <dgm:spPr/>
    </dgm:pt>
    <dgm:pt modelId="{3B50CBF8-5A49-4640-87BD-F5DBD4494F42}" type="pres">
      <dgm:prSet presAssocID="{B9A15031-ED70-4925-B012-D8AD50274FF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8A63E06-EE93-4162-867A-3F59678AC1F7}" srcId="{D9300119-F435-49E3-B725-F08F8E5BC203}" destId="{3988B514-8E9C-4A4C-B72B-845F478B448B}" srcOrd="0" destOrd="0" parTransId="{C7AF93AF-DF11-4242-9B48-9490DFDDD7C5}" sibTransId="{E923570E-8BFF-4CC9-9789-4A2B977860D5}"/>
    <dgm:cxn modelId="{6FFD031D-A1DF-4BF5-91C4-E4B36DE51D5B}" srcId="{D9300119-F435-49E3-B725-F08F8E5BC203}" destId="{B9A15031-ED70-4925-B012-D8AD50274FF5}" srcOrd="3" destOrd="0" parTransId="{C1722A7E-978F-44C6-B2C2-F61EA8831B82}" sibTransId="{5B0CBF85-2A00-401C-B877-15C3AADB4BF7}"/>
    <dgm:cxn modelId="{6FF03E1F-A2E4-4CA8-A163-5441E97567CB}" srcId="{D9300119-F435-49E3-B725-F08F8E5BC203}" destId="{195CCD0E-C7FA-4205-BFD3-2140B5E90501}" srcOrd="1" destOrd="0" parTransId="{1016D6AD-74D4-4F14-89C9-BED90D290BB8}" sibTransId="{3FCD44E6-5CCC-4C74-B9FA-C31DB091B994}"/>
    <dgm:cxn modelId="{993D8F3C-1D4F-40CE-91DD-9EA677E99F8F}" type="presOf" srcId="{11C9ADBA-D7E3-495C-B68E-83983E10BA2B}" destId="{4EB1EA96-0B2F-436C-AE00-25EE2F1D325A}" srcOrd="0" destOrd="0" presId="urn:microsoft.com/office/officeart/2018/5/layout/IconCircleLabelList"/>
    <dgm:cxn modelId="{C99E6D50-7693-4E38-95A5-F71C512BC2FC}" type="presOf" srcId="{D9300119-F435-49E3-B725-F08F8E5BC203}" destId="{1D95503E-5721-46AC-AAC2-7294A37F57D9}" srcOrd="0" destOrd="0" presId="urn:microsoft.com/office/officeart/2018/5/layout/IconCircleLabelList"/>
    <dgm:cxn modelId="{51F8F4B1-F78B-4916-BB33-279BEC45FF53}" srcId="{D9300119-F435-49E3-B725-F08F8E5BC203}" destId="{11C9ADBA-D7E3-495C-B68E-83983E10BA2B}" srcOrd="2" destOrd="0" parTransId="{0F2ADF5F-4904-4EE1-A78B-A1ED86E7DB0E}" sibTransId="{20520313-1F04-437F-A25B-F260EC1D239A}"/>
    <dgm:cxn modelId="{5ACA46E3-1BCF-4DBA-96EE-5985768A5C3A}" type="presOf" srcId="{3988B514-8E9C-4A4C-B72B-845F478B448B}" destId="{FB00DC73-056C-4EF2-BE7F-62E68AD6F596}" srcOrd="0" destOrd="0" presId="urn:microsoft.com/office/officeart/2018/5/layout/IconCircleLabelList"/>
    <dgm:cxn modelId="{8BE017EC-E475-4A5D-A18A-2F941E09E0D2}" type="presOf" srcId="{195CCD0E-C7FA-4205-BFD3-2140B5E90501}" destId="{E00A9D72-826F-4620-9D75-9203A93B3282}" srcOrd="0" destOrd="0" presId="urn:microsoft.com/office/officeart/2018/5/layout/IconCircleLabelList"/>
    <dgm:cxn modelId="{B1D6A4FE-8198-4A86-9804-B1174D95B694}" type="presOf" srcId="{B9A15031-ED70-4925-B012-D8AD50274FF5}" destId="{3B50CBF8-5A49-4640-87BD-F5DBD4494F42}" srcOrd="0" destOrd="0" presId="urn:microsoft.com/office/officeart/2018/5/layout/IconCircleLabelList"/>
    <dgm:cxn modelId="{C64EFF66-CF79-4084-9907-973B5FE6A0A3}" type="presParOf" srcId="{1D95503E-5721-46AC-AAC2-7294A37F57D9}" destId="{F1588502-C0B1-4C33-98F4-D50015D437EB}" srcOrd="0" destOrd="0" presId="urn:microsoft.com/office/officeart/2018/5/layout/IconCircleLabelList"/>
    <dgm:cxn modelId="{60AAC129-27E8-49E3-B455-3B1E6C3B262A}" type="presParOf" srcId="{F1588502-C0B1-4C33-98F4-D50015D437EB}" destId="{AE658E6B-54AB-4C51-9B0F-3683E0F8E07D}" srcOrd="0" destOrd="0" presId="urn:microsoft.com/office/officeart/2018/5/layout/IconCircleLabelList"/>
    <dgm:cxn modelId="{9179A884-943C-4262-B380-3570F976660C}" type="presParOf" srcId="{F1588502-C0B1-4C33-98F4-D50015D437EB}" destId="{13330221-CDEC-4DB0-B1BF-7C71C5C4E99C}" srcOrd="1" destOrd="0" presId="urn:microsoft.com/office/officeart/2018/5/layout/IconCircleLabelList"/>
    <dgm:cxn modelId="{40526CA3-12BF-4C3E-8A44-3B939BE1D567}" type="presParOf" srcId="{F1588502-C0B1-4C33-98F4-D50015D437EB}" destId="{39FAE0D4-1B4A-4E18-AF72-56A3708064B8}" srcOrd="2" destOrd="0" presId="urn:microsoft.com/office/officeart/2018/5/layout/IconCircleLabelList"/>
    <dgm:cxn modelId="{D70003F2-E152-40CC-82B4-46E80C9FA0D9}" type="presParOf" srcId="{F1588502-C0B1-4C33-98F4-D50015D437EB}" destId="{FB00DC73-056C-4EF2-BE7F-62E68AD6F596}" srcOrd="3" destOrd="0" presId="urn:microsoft.com/office/officeart/2018/5/layout/IconCircleLabelList"/>
    <dgm:cxn modelId="{69A3E8A0-E7D1-4C6E-B38F-FEABDDDBD38A}" type="presParOf" srcId="{1D95503E-5721-46AC-AAC2-7294A37F57D9}" destId="{6134A6DE-3CDB-43C1-B0E3-8D61536AB93C}" srcOrd="1" destOrd="0" presId="urn:microsoft.com/office/officeart/2018/5/layout/IconCircleLabelList"/>
    <dgm:cxn modelId="{1BEFD53D-360C-42BA-8B05-3AD85DA2B846}" type="presParOf" srcId="{1D95503E-5721-46AC-AAC2-7294A37F57D9}" destId="{79340EC1-4F9D-484B-8166-53A558488959}" srcOrd="2" destOrd="0" presId="urn:microsoft.com/office/officeart/2018/5/layout/IconCircleLabelList"/>
    <dgm:cxn modelId="{8FC2A007-8D3A-4AD9-834B-9F6EF8265F74}" type="presParOf" srcId="{79340EC1-4F9D-484B-8166-53A558488959}" destId="{19ED4C56-237E-4DC8-91D2-9928035B7503}" srcOrd="0" destOrd="0" presId="urn:microsoft.com/office/officeart/2018/5/layout/IconCircleLabelList"/>
    <dgm:cxn modelId="{1E49B2CB-B395-4F65-9D5D-3469E6ED7B7D}" type="presParOf" srcId="{79340EC1-4F9D-484B-8166-53A558488959}" destId="{16A0EA5C-DABF-4B35-81DE-717C79319FF7}" srcOrd="1" destOrd="0" presId="urn:microsoft.com/office/officeart/2018/5/layout/IconCircleLabelList"/>
    <dgm:cxn modelId="{3E1CEC00-EDA8-4A82-86E1-0792BE8A2C01}" type="presParOf" srcId="{79340EC1-4F9D-484B-8166-53A558488959}" destId="{28315C3F-5651-4A6F-8AE9-A34380D83C12}" srcOrd="2" destOrd="0" presId="urn:microsoft.com/office/officeart/2018/5/layout/IconCircleLabelList"/>
    <dgm:cxn modelId="{92C6C222-4727-4D18-9321-61EBD9A3CD0B}" type="presParOf" srcId="{79340EC1-4F9D-484B-8166-53A558488959}" destId="{E00A9D72-826F-4620-9D75-9203A93B3282}" srcOrd="3" destOrd="0" presId="urn:microsoft.com/office/officeart/2018/5/layout/IconCircleLabelList"/>
    <dgm:cxn modelId="{5641F926-9F83-4973-9001-EC5D28B11A70}" type="presParOf" srcId="{1D95503E-5721-46AC-AAC2-7294A37F57D9}" destId="{DB6DFDEF-FA41-4629-A844-4F843809F33B}" srcOrd="3" destOrd="0" presId="urn:microsoft.com/office/officeart/2018/5/layout/IconCircleLabelList"/>
    <dgm:cxn modelId="{0E24D1DB-BA16-4DC7-A198-B119C7F1ADD1}" type="presParOf" srcId="{1D95503E-5721-46AC-AAC2-7294A37F57D9}" destId="{A44EEE39-10A1-4538-847F-339D0CB8DDED}" srcOrd="4" destOrd="0" presId="urn:microsoft.com/office/officeart/2018/5/layout/IconCircleLabelList"/>
    <dgm:cxn modelId="{C92910C2-389B-478B-8D13-FAA0DEE915FD}" type="presParOf" srcId="{A44EEE39-10A1-4538-847F-339D0CB8DDED}" destId="{BE660AC1-F9CE-4794-B10A-50A2DF2DB111}" srcOrd="0" destOrd="0" presId="urn:microsoft.com/office/officeart/2018/5/layout/IconCircleLabelList"/>
    <dgm:cxn modelId="{24903DC0-6699-40E3-9591-A7153EF0E26C}" type="presParOf" srcId="{A44EEE39-10A1-4538-847F-339D0CB8DDED}" destId="{FD465EF0-AC60-431E-A9B9-708DA87FB4D9}" srcOrd="1" destOrd="0" presId="urn:microsoft.com/office/officeart/2018/5/layout/IconCircleLabelList"/>
    <dgm:cxn modelId="{03F06931-C84F-4410-86F7-F6B1B7432504}" type="presParOf" srcId="{A44EEE39-10A1-4538-847F-339D0CB8DDED}" destId="{153170B8-FE7A-4AAA-8E92-3714E646BCDE}" srcOrd="2" destOrd="0" presId="urn:microsoft.com/office/officeart/2018/5/layout/IconCircleLabelList"/>
    <dgm:cxn modelId="{654340F4-1D1C-4A9B-AAD4-BB255EE0451E}" type="presParOf" srcId="{A44EEE39-10A1-4538-847F-339D0CB8DDED}" destId="{4EB1EA96-0B2F-436C-AE00-25EE2F1D325A}" srcOrd="3" destOrd="0" presId="urn:microsoft.com/office/officeart/2018/5/layout/IconCircleLabelList"/>
    <dgm:cxn modelId="{2BA5461D-21A1-466D-A1A8-4B1141FC2FCD}" type="presParOf" srcId="{1D95503E-5721-46AC-AAC2-7294A37F57D9}" destId="{5EFA8084-C108-4385-A1C7-69F0523D4735}" srcOrd="5" destOrd="0" presId="urn:microsoft.com/office/officeart/2018/5/layout/IconCircleLabelList"/>
    <dgm:cxn modelId="{216DE7EB-4443-445C-8DEE-D46335E08F1E}" type="presParOf" srcId="{1D95503E-5721-46AC-AAC2-7294A37F57D9}" destId="{6B68CC0E-1970-4F48-896F-03683ABB0921}" srcOrd="6" destOrd="0" presId="urn:microsoft.com/office/officeart/2018/5/layout/IconCircleLabelList"/>
    <dgm:cxn modelId="{12D6F55C-870A-4E62-BBA7-1E4782B33BD3}" type="presParOf" srcId="{6B68CC0E-1970-4F48-896F-03683ABB0921}" destId="{20A98C3E-6FC1-4C40-B520-BC117F1E918D}" srcOrd="0" destOrd="0" presId="urn:microsoft.com/office/officeart/2018/5/layout/IconCircleLabelList"/>
    <dgm:cxn modelId="{246F3192-374D-4212-93D3-A77F4E1CE2A6}" type="presParOf" srcId="{6B68CC0E-1970-4F48-896F-03683ABB0921}" destId="{72DF485E-8F51-4925-98B3-092F3BA75F2A}" srcOrd="1" destOrd="0" presId="urn:microsoft.com/office/officeart/2018/5/layout/IconCircleLabelList"/>
    <dgm:cxn modelId="{7C23B0FF-EE8D-4EB6-BF28-3932AD7DC0D7}" type="presParOf" srcId="{6B68CC0E-1970-4F48-896F-03683ABB0921}" destId="{CA430906-042E-47E1-BD02-287B09D0ADDA}" srcOrd="2" destOrd="0" presId="urn:microsoft.com/office/officeart/2018/5/layout/IconCircleLabelList"/>
    <dgm:cxn modelId="{773DAB84-0E03-4472-8C15-EFAEAD34D5F5}" type="presParOf" srcId="{6B68CC0E-1970-4F48-896F-03683ABB0921}" destId="{3B50CBF8-5A49-4640-87BD-F5DBD4494F4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147B8AE-636A-4D27-AF82-EA0F02642EB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2BEE252-1C33-480E-9588-4F1D11EA329C}">
      <dgm:prSet/>
      <dgm:spPr/>
      <dgm:t>
        <a:bodyPr/>
        <a:lstStyle/>
        <a:p>
          <a:pPr>
            <a:defRPr cap="all"/>
          </a:pPr>
          <a:r>
            <a:rPr lang="en-US"/>
            <a:t>Define audience</a:t>
          </a:r>
        </a:p>
      </dgm:t>
    </dgm:pt>
    <dgm:pt modelId="{9F0301FE-F4BE-4BCE-9B97-A0A33ADBE879}" type="parTrans" cxnId="{83328663-D14F-4581-8093-D1845E30F6D1}">
      <dgm:prSet/>
      <dgm:spPr/>
      <dgm:t>
        <a:bodyPr/>
        <a:lstStyle/>
        <a:p>
          <a:endParaRPr lang="en-US"/>
        </a:p>
      </dgm:t>
    </dgm:pt>
    <dgm:pt modelId="{D48C11BE-13EA-4844-8574-2A1227CB0ACB}" type="sibTrans" cxnId="{83328663-D14F-4581-8093-D1845E30F6D1}">
      <dgm:prSet/>
      <dgm:spPr/>
      <dgm:t>
        <a:bodyPr/>
        <a:lstStyle/>
        <a:p>
          <a:endParaRPr lang="en-US"/>
        </a:p>
      </dgm:t>
    </dgm:pt>
    <dgm:pt modelId="{208D64BA-5CA8-4150-8310-9B0812BAAF6E}">
      <dgm:prSet/>
      <dgm:spPr/>
      <dgm:t>
        <a:bodyPr/>
        <a:lstStyle/>
        <a:p>
          <a:pPr>
            <a:defRPr cap="all"/>
          </a:pPr>
          <a:r>
            <a:rPr lang="en-US"/>
            <a:t>Define purpose</a:t>
          </a:r>
        </a:p>
      </dgm:t>
    </dgm:pt>
    <dgm:pt modelId="{E2F87BE3-7367-460B-A381-9AEF174A2E9F}" type="parTrans" cxnId="{97A3CD5B-69A9-4F16-82B3-9269B383E6D3}">
      <dgm:prSet/>
      <dgm:spPr/>
      <dgm:t>
        <a:bodyPr/>
        <a:lstStyle/>
        <a:p>
          <a:endParaRPr lang="en-US"/>
        </a:p>
      </dgm:t>
    </dgm:pt>
    <dgm:pt modelId="{D884EAE5-6157-4E7F-97AD-FCEC2917A353}" type="sibTrans" cxnId="{97A3CD5B-69A9-4F16-82B3-9269B383E6D3}">
      <dgm:prSet/>
      <dgm:spPr/>
      <dgm:t>
        <a:bodyPr/>
        <a:lstStyle/>
        <a:p>
          <a:endParaRPr lang="en-US"/>
        </a:p>
      </dgm:t>
    </dgm:pt>
    <dgm:pt modelId="{9724F215-9EA8-4D93-8DBA-2D31525D2A5D}">
      <dgm:prSet/>
      <dgm:spPr/>
      <dgm:t>
        <a:bodyPr/>
        <a:lstStyle/>
        <a:p>
          <a:pPr>
            <a:defRPr cap="all"/>
          </a:pPr>
          <a:r>
            <a:rPr lang="en-US"/>
            <a:t>Define scope</a:t>
          </a:r>
        </a:p>
      </dgm:t>
    </dgm:pt>
    <dgm:pt modelId="{0B0A168C-6A81-4DD6-A642-C772D0E5497B}" type="parTrans" cxnId="{260ECEEE-C41F-4AED-B889-856AFD26E558}">
      <dgm:prSet/>
      <dgm:spPr/>
      <dgm:t>
        <a:bodyPr/>
        <a:lstStyle/>
        <a:p>
          <a:endParaRPr lang="en-US"/>
        </a:p>
      </dgm:t>
    </dgm:pt>
    <dgm:pt modelId="{0BFCC793-BB22-4B7B-BC1D-6381BE265D42}" type="sibTrans" cxnId="{260ECEEE-C41F-4AED-B889-856AFD26E558}">
      <dgm:prSet/>
      <dgm:spPr/>
      <dgm:t>
        <a:bodyPr/>
        <a:lstStyle/>
        <a:p>
          <a:endParaRPr lang="en-US"/>
        </a:p>
      </dgm:t>
    </dgm:pt>
    <dgm:pt modelId="{174D80E6-AAF8-465D-AEBA-86C9C53B42FC}" type="pres">
      <dgm:prSet presAssocID="{1147B8AE-636A-4D27-AF82-EA0F02642EBF}" presName="root" presStyleCnt="0">
        <dgm:presLayoutVars>
          <dgm:dir/>
          <dgm:resizeHandles val="exact"/>
        </dgm:presLayoutVars>
      </dgm:prSet>
      <dgm:spPr/>
    </dgm:pt>
    <dgm:pt modelId="{88DE613C-7E9C-4295-9A87-54801B110CF1}" type="pres">
      <dgm:prSet presAssocID="{B2BEE252-1C33-480E-9588-4F1D11EA329C}" presName="compNode" presStyleCnt="0"/>
      <dgm:spPr/>
    </dgm:pt>
    <dgm:pt modelId="{B7EC72CB-5A72-4D58-8816-363B8A24F3B7}" type="pres">
      <dgm:prSet presAssocID="{B2BEE252-1C33-480E-9588-4F1D11EA329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7F93B7E-C83C-4079-A101-D30C5757C582}" type="pres">
      <dgm:prSet presAssocID="{B2BEE252-1C33-480E-9588-4F1D11EA329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81FF46E9-4FA0-4D05-B396-C5D24CCE5885}" type="pres">
      <dgm:prSet presAssocID="{B2BEE252-1C33-480E-9588-4F1D11EA329C}" presName="spaceRect" presStyleCnt="0"/>
      <dgm:spPr/>
    </dgm:pt>
    <dgm:pt modelId="{3D4483CF-77FE-4A27-BF3C-091EB297ABB8}" type="pres">
      <dgm:prSet presAssocID="{B2BEE252-1C33-480E-9588-4F1D11EA329C}" presName="textRect" presStyleLbl="revTx" presStyleIdx="0" presStyleCnt="3">
        <dgm:presLayoutVars>
          <dgm:chMax val="1"/>
          <dgm:chPref val="1"/>
        </dgm:presLayoutVars>
      </dgm:prSet>
      <dgm:spPr/>
    </dgm:pt>
    <dgm:pt modelId="{29706CEC-48C1-4BC5-A5A1-C678557C721D}" type="pres">
      <dgm:prSet presAssocID="{D48C11BE-13EA-4844-8574-2A1227CB0ACB}" presName="sibTrans" presStyleCnt="0"/>
      <dgm:spPr/>
    </dgm:pt>
    <dgm:pt modelId="{7339FB93-449D-463D-A3D3-F58CEB5B9C4E}" type="pres">
      <dgm:prSet presAssocID="{208D64BA-5CA8-4150-8310-9B0812BAAF6E}" presName="compNode" presStyleCnt="0"/>
      <dgm:spPr/>
    </dgm:pt>
    <dgm:pt modelId="{70F2D239-1689-4162-9DD9-3DBE3FDFEA98}" type="pres">
      <dgm:prSet presAssocID="{208D64BA-5CA8-4150-8310-9B0812BAAF6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273C281-C942-485B-8CC6-99936EA8D185}" type="pres">
      <dgm:prSet presAssocID="{208D64BA-5CA8-4150-8310-9B0812BAAF6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0C0349E-E011-4830-BEF7-27B86B04CC35}" type="pres">
      <dgm:prSet presAssocID="{208D64BA-5CA8-4150-8310-9B0812BAAF6E}" presName="spaceRect" presStyleCnt="0"/>
      <dgm:spPr/>
    </dgm:pt>
    <dgm:pt modelId="{4173D6F2-1894-43C6-A80E-BBDC84276060}" type="pres">
      <dgm:prSet presAssocID="{208D64BA-5CA8-4150-8310-9B0812BAAF6E}" presName="textRect" presStyleLbl="revTx" presStyleIdx="1" presStyleCnt="3">
        <dgm:presLayoutVars>
          <dgm:chMax val="1"/>
          <dgm:chPref val="1"/>
        </dgm:presLayoutVars>
      </dgm:prSet>
      <dgm:spPr/>
    </dgm:pt>
    <dgm:pt modelId="{1AD0FEF1-6DA5-4216-A705-7236CDD74FEA}" type="pres">
      <dgm:prSet presAssocID="{D884EAE5-6157-4E7F-97AD-FCEC2917A353}" presName="sibTrans" presStyleCnt="0"/>
      <dgm:spPr/>
    </dgm:pt>
    <dgm:pt modelId="{3224D41F-EB02-4A01-8ED5-D975EEF476B7}" type="pres">
      <dgm:prSet presAssocID="{9724F215-9EA8-4D93-8DBA-2D31525D2A5D}" presName="compNode" presStyleCnt="0"/>
      <dgm:spPr/>
    </dgm:pt>
    <dgm:pt modelId="{48263621-4F85-4C26-80A0-2FB7BBA1957A}" type="pres">
      <dgm:prSet presAssocID="{9724F215-9EA8-4D93-8DBA-2D31525D2A5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37C23D5-0B75-4476-A5F8-ECFC8484573C}" type="pres">
      <dgm:prSet presAssocID="{9724F215-9EA8-4D93-8DBA-2D31525D2A5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FD941ED-44F1-4D9E-A913-003390054317}" type="pres">
      <dgm:prSet presAssocID="{9724F215-9EA8-4D93-8DBA-2D31525D2A5D}" presName="spaceRect" presStyleCnt="0"/>
      <dgm:spPr/>
    </dgm:pt>
    <dgm:pt modelId="{D5A911C3-28A6-4037-BC4C-BAC98012AC66}" type="pres">
      <dgm:prSet presAssocID="{9724F215-9EA8-4D93-8DBA-2D31525D2A5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3C7A92B-40FC-4189-A175-A14C534640B1}" type="presOf" srcId="{B2BEE252-1C33-480E-9588-4F1D11EA329C}" destId="{3D4483CF-77FE-4A27-BF3C-091EB297ABB8}" srcOrd="0" destOrd="0" presId="urn:microsoft.com/office/officeart/2018/5/layout/IconLeafLabelList"/>
    <dgm:cxn modelId="{79969239-9BBB-488F-81FC-30FB09C22C93}" type="presOf" srcId="{1147B8AE-636A-4D27-AF82-EA0F02642EBF}" destId="{174D80E6-AAF8-465D-AEBA-86C9C53B42FC}" srcOrd="0" destOrd="0" presId="urn:microsoft.com/office/officeart/2018/5/layout/IconLeafLabelList"/>
    <dgm:cxn modelId="{CFD60050-B0D1-482B-8B21-6C3FD6A8788A}" type="presOf" srcId="{9724F215-9EA8-4D93-8DBA-2D31525D2A5D}" destId="{D5A911C3-28A6-4037-BC4C-BAC98012AC66}" srcOrd="0" destOrd="0" presId="urn:microsoft.com/office/officeart/2018/5/layout/IconLeafLabelList"/>
    <dgm:cxn modelId="{97A3CD5B-69A9-4F16-82B3-9269B383E6D3}" srcId="{1147B8AE-636A-4D27-AF82-EA0F02642EBF}" destId="{208D64BA-5CA8-4150-8310-9B0812BAAF6E}" srcOrd="1" destOrd="0" parTransId="{E2F87BE3-7367-460B-A381-9AEF174A2E9F}" sibTransId="{D884EAE5-6157-4E7F-97AD-FCEC2917A353}"/>
    <dgm:cxn modelId="{83328663-D14F-4581-8093-D1845E30F6D1}" srcId="{1147B8AE-636A-4D27-AF82-EA0F02642EBF}" destId="{B2BEE252-1C33-480E-9588-4F1D11EA329C}" srcOrd="0" destOrd="0" parTransId="{9F0301FE-F4BE-4BCE-9B97-A0A33ADBE879}" sibTransId="{D48C11BE-13EA-4844-8574-2A1227CB0ACB}"/>
    <dgm:cxn modelId="{3587877C-9D2E-4F5A-9E50-3BBE7DEB6CA1}" type="presOf" srcId="{208D64BA-5CA8-4150-8310-9B0812BAAF6E}" destId="{4173D6F2-1894-43C6-A80E-BBDC84276060}" srcOrd="0" destOrd="0" presId="urn:microsoft.com/office/officeart/2018/5/layout/IconLeafLabelList"/>
    <dgm:cxn modelId="{260ECEEE-C41F-4AED-B889-856AFD26E558}" srcId="{1147B8AE-636A-4D27-AF82-EA0F02642EBF}" destId="{9724F215-9EA8-4D93-8DBA-2D31525D2A5D}" srcOrd="2" destOrd="0" parTransId="{0B0A168C-6A81-4DD6-A642-C772D0E5497B}" sibTransId="{0BFCC793-BB22-4B7B-BC1D-6381BE265D42}"/>
    <dgm:cxn modelId="{47545B8F-79DF-4836-B6B5-A77957A4B8D9}" type="presParOf" srcId="{174D80E6-AAF8-465D-AEBA-86C9C53B42FC}" destId="{88DE613C-7E9C-4295-9A87-54801B110CF1}" srcOrd="0" destOrd="0" presId="urn:microsoft.com/office/officeart/2018/5/layout/IconLeafLabelList"/>
    <dgm:cxn modelId="{FE9C51DC-6957-4E97-BF12-FD76E0519D3D}" type="presParOf" srcId="{88DE613C-7E9C-4295-9A87-54801B110CF1}" destId="{B7EC72CB-5A72-4D58-8816-363B8A24F3B7}" srcOrd="0" destOrd="0" presId="urn:microsoft.com/office/officeart/2018/5/layout/IconLeafLabelList"/>
    <dgm:cxn modelId="{4CCB21A5-1B31-4CEB-AE44-439840A1E448}" type="presParOf" srcId="{88DE613C-7E9C-4295-9A87-54801B110CF1}" destId="{C7F93B7E-C83C-4079-A101-D30C5757C582}" srcOrd="1" destOrd="0" presId="urn:microsoft.com/office/officeart/2018/5/layout/IconLeafLabelList"/>
    <dgm:cxn modelId="{5E203C07-56A4-4B16-BB4D-1AC24FD90A86}" type="presParOf" srcId="{88DE613C-7E9C-4295-9A87-54801B110CF1}" destId="{81FF46E9-4FA0-4D05-B396-C5D24CCE5885}" srcOrd="2" destOrd="0" presId="urn:microsoft.com/office/officeart/2018/5/layout/IconLeafLabelList"/>
    <dgm:cxn modelId="{5415BC9A-629A-44D1-BE16-7A6885F5A719}" type="presParOf" srcId="{88DE613C-7E9C-4295-9A87-54801B110CF1}" destId="{3D4483CF-77FE-4A27-BF3C-091EB297ABB8}" srcOrd="3" destOrd="0" presId="urn:microsoft.com/office/officeart/2018/5/layout/IconLeafLabelList"/>
    <dgm:cxn modelId="{42781CCD-0B78-4D66-B801-ACC3CAEE7732}" type="presParOf" srcId="{174D80E6-AAF8-465D-AEBA-86C9C53B42FC}" destId="{29706CEC-48C1-4BC5-A5A1-C678557C721D}" srcOrd="1" destOrd="0" presId="urn:microsoft.com/office/officeart/2018/5/layout/IconLeafLabelList"/>
    <dgm:cxn modelId="{A9974E6C-AD2F-49C7-B8EA-9CCD8C00E9E8}" type="presParOf" srcId="{174D80E6-AAF8-465D-AEBA-86C9C53B42FC}" destId="{7339FB93-449D-463D-A3D3-F58CEB5B9C4E}" srcOrd="2" destOrd="0" presId="urn:microsoft.com/office/officeart/2018/5/layout/IconLeafLabelList"/>
    <dgm:cxn modelId="{A96E9DF1-135F-41A4-A6BA-E44A49DD0E0B}" type="presParOf" srcId="{7339FB93-449D-463D-A3D3-F58CEB5B9C4E}" destId="{70F2D239-1689-4162-9DD9-3DBE3FDFEA98}" srcOrd="0" destOrd="0" presId="urn:microsoft.com/office/officeart/2018/5/layout/IconLeafLabelList"/>
    <dgm:cxn modelId="{A720DB67-7702-450B-9189-E1016732012C}" type="presParOf" srcId="{7339FB93-449D-463D-A3D3-F58CEB5B9C4E}" destId="{D273C281-C942-485B-8CC6-99936EA8D185}" srcOrd="1" destOrd="0" presId="urn:microsoft.com/office/officeart/2018/5/layout/IconLeafLabelList"/>
    <dgm:cxn modelId="{1A4872EC-D62C-456C-B765-1DABF75446EA}" type="presParOf" srcId="{7339FB93-449D-463D-A3D3-F58CEB5B9C4E}" destId="{50C0349E-E011-4830-BEF7-27B86B04CC35}" srcOrd="2" destOrd="0" presId="urn:microsoft.com/office/officeart/2018/5/layout/IconLeafLabelList"/>
    <dgm:cxn modelId="{E435D4D6-5A85-46F6-9CA2-A6D64FEC6155}" type="presParOf" srcId="{7339FB93-449D-463D-A3D3-F58CEB5B9C4E}" destId="{4173D6F2-1894-43C6-A80E-BBDC84276060}" srcOrd="3" destOrd="0" presId="urn:microsoft.com/office/officeart/2018/5/layout/IconLeafLabelList"/>
    <dgm:cxn modelId="{33D0DBA9-E32F-4F16-84E7-4226115085F2}" type="presParOf" srcId="{174D80E6-AAF8-465D-AEBA-86C9C53B42FC}" destId="{1AD0FEF1-6DA5-4216-A705-7236CDD74FEA}" srcOrd="3" destOrd="0" presId="urn:microsoft.com/office/officeart/2018/5/layout/IconLeafLabelList"/>
    <dgm:cxn modelId="{B6F4B7CA-635D-48FD-A3C5-5F81ED58CFDE}" type="presParOf" srcId="{174D80E6-AAF8-465D-AEBA-86C9C53B42FC}" destId="{3224D41F-EB02-4A01-8ED5-D975EEF476B7}" srcOrd="4" destOrd="0" presId="urn:microsoft.com/office/officeart/2018/5/layout/IconLeafLabelList"/>
    <dgm:cxn modelId="{D94477AE-2652-468E-905C-1A2FB73FA217}" type="presParOf" srcId="{3224D41F-EB02-4A01-8ED5-D975EEF476B7}" destId="{48263621-4F85-4C26-80A0-2FB7BBA1957A}" srcOrd="0" destOrd="0" presId="urn:microsoft.com/office/officeart/2018/5/layout/IconLeafLabelList"/>
    <dgm:cxn modelId="{92BAFC0A-CF8B-4827-9F24-4BB885824B60}" type="presParOf" srcId="{3224D41F-EB02-4A01-8ED5-D975EEF476B7}" destId="{737C23D5-0B75-4476-A5F8-ECFC8484573C}" srcOrd="1" destOrd="0" presId="urn:microsoft.com/office/officeart/2018/5/layout/IconLeafLabelList"/>
    <dgm:cxn modelId="{B67AAE9A-B467-4675-8B0E-4A71AB2484A8}" type="presParOf" srcId="{3224D41F-EB02-4A01-8ED5-D975EEF476B7}" destId="{BFD941ED-44F1-4D9E-A913-003390054317}" srcOrd="2" destOrd="0" presId="urn:microsoft.com/office/officeart/2018/5/layout/IconLeafLabelList"/>
    <dgm:cxn modelId="{F848D91F-13D9-4F6C-9848-59C00DC4A732}" type="presParOf" srcId="{3224D41F-EB02-4A01-8ED5-D975EEF476B7}" destId="{D5A911C3-28A6-4037-BC4C-BAC98012AC6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CD31C35-2A43-4E80-B6DC-8E69C9B1B83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E5EC0B4-4770-47AF-AE77-C96C92A059FB}">
      <dgm:prSet/>
      <dgm:spPr/>
      <dgm:t>
        <a:bodyPr/>
        <a:lstStyle/>
        <a:p>
          <a:pPr>
            <a:defRPr cap="all"/>
          </a:pPr>
          <a:r>
            <a:rPr lang="en-US"/>
            <a:t>Length</a:t>
          </a:r>
        </a:p>
      </dgm:t>
    </dgm:pt>
    <dgm:pt modelId="{F11ABC7D-9124-4F4C-A4B4-7935E6E6327F}" type="parTrans" cxnId="{6A6FB049-6331-4F11-B917-DB00BEE88E36}">
      <dgm:prSet/>
      <dgm:spPr/>
      <dgm:t>
        <a:bodyPr/>
        <a:lstStyle/>
        <a:p>
          <a:endParaRPr lang="en-US"/>
        </a:p>
      </dgm:t>
    </dgm:pt>
    <dgm:pt modelId="{F2DF7AFC-D0D9-4483-A45B-C780D7D32F3E}" type="sibTrans" cxnId="{6A6FB049-6331-4F11-B917-DB00BEE88E36}">
      <dgm:prSet/>
      <dgm:spPr/>
      <dgm:t>
        <a:bodyPr/>
        <a:lstStyle/>
        <a:p>
          <a:endParaRPr lang="en-US"/>
        </a:p>
      </dgm:t>
    </dgm:pt>
    <dgm:pt modelId="{CC3BF609-B6D6-49E9-B0DA-19EE968CCEAD}">
      <dgm:prSet/>
      <dgm:spPr/>
      <dgm:t>
        <a:bodyPr/>
        <a:lstStyle/>
        <a:p>
          <a:pPr>
            <a:defRPr cap="all"/>
          </a:pPr>
          <a:r>
            <a:rPr lang="en-US"/>
            <a:t>Format</a:t>
          </a:r>
        </a:p>
      </dgm:t>
    </dgm:pt>
    <dgm:pt modelId="{6206CDF0-51DE-464F-B11F-3B33A494F717}" type="parTrans" cxnId="{EC248C22-85C0-4E37-B50E-2D5CBA59AC0E}">
      <dgm:prSet/>
      <dgm:spPr/>
      <dgm:t>
        <a:bodyPr/>
        <a:lstStyle/>
        <a:p>
          <a:endParaRPr lang="en-US"/>
        </a:p>
      </dgm:t>
    </dgm:pt>
    <dgm:pt modelId="{6C89145C-4E24-4C3C-8395-3EFDEACA1715}" type="sibTrans" cxnId="{EC248C22-85C0-4E37-B50E-2D5CBA59AC0E}">
      <dgm:prSet/>
      <dgm:spPr/>
      <dgm:t>
        <a:bodyPr/>
        <a:lstStyle/>
        <a:p>
          <a:endParaRPr lang="en-US"/>
        </a:p>
      </dgm:t>
    </dgm:pt>
    <dgm:pt modelId="{562DE723-BFF6-4D16-8C7C-74E08A6B2E39}">
      <dgm:prSet/>
      <dgm:spPr/>
      <dgm:t>
        <a:bodyPr/>
        <a:lstStyle/>
        <a:p>
          <a:pPr>
            <a:defRPr cap="all"/>
          </a:pPr>
          <a:r>
            <a:rPr lang="en-US"/>
            <a:t>Tone</a:t>
          </a:r>
        </a:p>
      </dgm:t>
    </dgm:pt>
    <dgm:pt modelId="{505111A1-61DE-4ECC-B705-F7EC39FCAD54}" type="parTrans" cxnId="{E9E0C01A-479E-4C40-9C50-F6B8680D0920}">
      <dgm:prSet/>
      <dgm:spPr/>
      <dgm:t>
        <a:bodyPr/>
        <a:lstStyle/>
        <a:p>
          <a:endParaRPr lang="en-US"/>
        </a:p>
      </dgm:t>
    </dgm:pt>
    <dgm:pt modelId="{629133E9-C38F-4785-9F86-89AB231E1E28}" type="sibTrans" cxnId="{E9E0C01A-479E-4C40-9C50-F6B8680D0920}">
      <dgm:prSet/>
      <dgm:spPr/>
      <dgm:t>
        <a:bodyPr/>
        <a:lstStyle/>
        <a:p>
          <a:endParaRPr lang="en-US"/>
        </a:p>
      </dgm:t>
    </dgm:pt>
    <dgm:pt modelId="{6FF5B458-D743-4D63-B5B7-54E2F1D7091A}" type="pres">
      <dgm:prSet presAssocID="{0CD31C35-2A43-4E80-B6DC-8E69C9B1B830}" presName="root" presStyleCnt="0">
        <dgm:presLayoutVars>
          <dgm:dir/>
          <dgm:resizeHandles val="exact"/>
        </dgm:presLayoutVars>
      </dgm:prSet>
      <dgm:spPr/>
    </dgm:pt>
    <dgm:pt modelId="{8B911342-F268-4671-BCAF-6D1B8CE87418}" type="pres">
      <dgm:prSet presAssocID="{AE5EC0B4-4770-47AF-AE77-C96C92A059FB}" presName="compNode" presStyleCnt="0"/>
      <dgm:spPr/>
    </dgm:pt>
    <dgm:pt modelId="{95E70454-A8F3-4C5D-B0CD-03D5107FC962}" type="pres">
      <dgm:prSet presAssocID="{AE5EC0B4-4770-47AF-AE77-C96C92A059FB}" presName="iconBgRect" presStyleLbl="bgShp" presStyleIdx="0" presStyleCnt="3"/>
      <dgm:spPr/>
    </dgm:pt>
    <dgm:pt modelId="{73012745-A065-4A98-91CC-E88BA6CFECD0}" type="pres">
      <dgm:prSet presAssocID="{AE5EC0B4-4770-47AF-AE77-C96C92A059F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384CC7E8-07E9-45F0-AC1B-AAD3CD6ACBBF}" type="pres">
      <dgm:prSet presAssocID="{AE5EC0B4-4770-47AF-AE77-C96C92A059FB}" presName="spaceRect" presStyleCnt="0"/>
      <dgm:spPr/>
    </dgm:pt>
    <dgm:pt modelId="{EBA5708B-F2A2-4B19-AAA1-FCC36FE2D091}" type="pres">
      <dgm:prSet presAssocID="{AE5EC0B4-4770-47AF-AE77-C96C92A059FB}" presName="textRect" presStyleLbl="revTx" presStyleIdx="0" presStyleCnt="3">
        <dgm:presLayoutVars>
          <dgm:chMax val="1"/>
          <dgm:chPref val="1"/>
        </dgm:presLayoutVars>
      </dgm:prSet>
      <dgm:spPr/>
    </dgm:pt>
    <dgm:pt modelId="{450F0754-D100-40CA-B0E5-3499655075EA}" type="pres">
      <dgm:prSet presAssocID="{F2DF7AFC-D0D9-4483-A45B-C780D7D32F3E}" presName="sibTrans" presStyleCnt="0"/>
      <dgm:spPr/>
    </dgm:pt>
    <dgm:pt modelId="{76264A5A-5F1A-4976-8E68-26FBE3B6EC89}" type="pres">
      <dgm:prSet presAssocID="{CC3BF609-B6D6-49E9-B0DA-19EE968CCEAD}" presName="compNode" presStyleCnt="0"/>
      <dgm:spPr/>
    </dgm:pt>
    <dgm:pt modelId="{D5BE7BA5-BD01-47D4-97AB-2E5B01963F4A}" type="pres">
      <dgm:prSet presAssocID="{CC3BF609-B6D6-49E9-B0DA-19EE968CCEAD}" presName="iconBgRect" presStyleLbl="bgShp" presStyleIdx="1" presStyleCnt="3"/>
      <dgm:spPr/>
    </dgm:pt>
    <dgm:pt modelId="{63857A82-D603-4A13-9D41-207D7759B067}" type="pres">
      <dgm:prSet presAssocID="{CC3BF609-B6D6-49E9-B0DA-19EE968CCEA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CE64A952-4E0C-4D09-9465-762F969690FA}" type="pres">
      <dgm:prSet presAssocID="{CC3BF609-B6D6-49E9-B0DA-19EE968CCEAD}" presName="spaceRect" presStyleCnt="0"/>
      <dgm:spPr/>
    </dgm:pt>
    <dgm:pt modelId="{5B909948-E272-4643-8602-07790A290AF4}" type="pres">
      <dgm:prSet presAssocID="{CC3BF609-B6D6-49E9-B0DA-19EE968CCEAD}" presName="textRect" presStyleLbl="revTx" presStyleIdx="1" presStyleCnt="3">
        <dgm:presLayoutVars>
          <dgm:chMax val="1"/>
          <dgm:chPref val="1"/>
        </dgm:presLayoutVars>
      </dgm:prSet>
      <dgm:spPr/>
    </dgm:pt>
    <dgm:pt modelId="{4D30B56A-C421-4D8B-A745-5185EFFFCAC7}" type="pres">
      <dgm:prSet presAssocID="{6C89145C-4E24-4C3C-8395-3EFDEACA1715}" presName="sibTrans" presStyleCnt="0"/>
      <dgm:spPr/>
    </dgm:pt>
    <dgm:pt modelId="{D61CC2A9-C4E0-4E75-8297-3CEE7DE1D02A}" type="pres">
      <dgm:prSet presAssocID="{562DE723-BFF6-4D16-8C7C-74E08A6B2E39}" presName="compNode" presStyleCnt="0"/>
      <dgm:spPr/>
    </dgm:pt>
    <dgm:pt modelId="{FD039DF9-3A2F-403B-A347-706BAA9DDF26}" type="pres">
      <dgm:prSet presAssocID="{562DE723-BFF6-4D16-8C7C-74E08A6B2E39}" presName="iconBgRect" presStyleLbl="bgShp" presStyleIdx="2" presStyleCnt="3"/>
      <dgm:spPr/>
    </dgm:pt>
    <dgm:pt modelId="{A4F6888E-1921-47C8-B67F-D2EAA32D882B}" type="pres">
      <dgm:prSet presAssocID="{562DE723-BFF6-4D16-8C7C-74E08A6B2E3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ume"/>
        </a:ext>
      </dgm:extLst>
    </dgm:pt>
    <dgm:pt modelId="{5227698D-1055-47B7-9C6F-3F428C8D7E25}" type="pres">
      <dgm:prSet presAssocID="{562DE723-BFF6-4D16-8C7C-74E08A6B2E39}" presName="spaceRect" presStyleCnt="0"/>
      <dgm:spPr/>
    </dgm:pt>
    <dgm:pt modelId="{3C903303-EEC4-46B5-BBA6-953A1823D664}" type="pres">
      <dgm:prSet presAssocID="{562DE723-BFF6-4D16-8C7C-74E08A6B2E3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9E0C01A-479E-4C40-9C50-F6B8680D0920}" srcId="{0CD31C35-2A43-4E80-B6DC-8E69C9B1B830}" destId="{562DE723-BFF6-4D16-8C7C-74E08A6B2E39}" srcOrd="2" destOrd="0" parTransId="{505111A1-61DE-4ECC-B705-F7EC39FCAD54}" sibTransId="{629133E9-C38F-4785-9F86-89AB231E1E28}"/>
    <dgm:cxn modelId="{EC248C22-85C0-4E37-B50E-2D5CBA59AC0E}" srcId="{0CD31C35-2A43-4E80-B6DC-8E69C9B1B830}" destId="{CC3BF609-B6D6-49E9-B0DA-19EE968CCEAD}" srcOrd="1" destOrd="0" parTransId="{6206CDF0-51DE-464F-B11F-3B33A494F717}" sibTransId="{6C89145C-4E24-4C3C-8395-3EFDEACA1715}"/>
    <dgm:cxn modelId="{CECEA12D-6387-4FEE-A0F6-EF01518258C5}" type="presOf" srcId="{AE5EC0B4-4770-47AF-AE77-C96C92A059FB}" destId="{EBA5708B-F2A2-4B19-AAA1-FCC36FE2D091}" srcOrd="0" destOrd="0" presId="urn:microsoft.com/office/officeart/2018/5/layout/IconCircleLabelList"/>
    <dgm:cxn modelId="{6A6FB049-6331-4F11-B917-DB00BEE88E36}" srcId="{0CD31C35-2A43-4E80-B6DC-8E69C9B1B830}" destId="{AE5EC0B4-4770-47AF-AE77-C96C92A059FB}" srcOrd="0" destOrd="0" parTransId="{F11ABC7D-9124-4F4C-A4B4-7935E6E6327F}" sibTransId="{F2DF7AFC-D0D9-4483-A45B-C780D7D32F3E}"/>
    <dgm:cxn modelId="{E7005E62-5666-4257-92CF-56E48DBE0F13}" type="presOf" srcId="{0CD31C35-2A43-4E80-B6DC-8E69C9B1B830}" destId="{6FF5B458-D743-4D63-B5B7-54E2F1D7091A}" srcOrd="0" destOrd="0" presId="urn:microsoft.com/office/officeart/2018/5/layout/IconCircleLabelList"/>
    <dgm:cxn modelId="{FD8E26C4-1CE6-4204-B56F-BDD589540778}" type="presOf" srcId="{562DE723-BFF6-4D16-8C7C-74E08A6B2E39}" destId="{3C903303-EEC4-46B5-BBA6-953A1823D664}" srcOrd="0" destOrd="0" presId="urn:microsoft.com/office/officeart/2018/5/layout/IconCircleLabelList"/>
    <dgm:cxn modelId="{E0E321E5-91A1-44CA-8740-2573E337635B}" type="presOf" srcId="{CC3BF609-B6D6-49E9-B0DA-19EE968CCEAD}" destId="{5B909948-E272-4643-8602-07790A290AF4}" srcOrd="0" destOrd="0" presId="urn:microsoft.com/office/officeart/2018/5/layout/IconCircleLabelList"/>
    <dgm:cxn modelId="{73026A68-1845-4AE0-9B98-F90CFFA7372A}" type="presParOf" srcId="{6FF5B458-D743-4D63-B5B7-54E2F1D7091A}" destId="{8B911342-F268-4671-BCAF-6D1B8CE87418}" srcOrd="0" destOrd="0" presId="urn:microsoft.com/office/officeart/2018/5/layout/IconCircleLabelList"/>
    <dgm:cxn modelId="{D1D62842-8E68-4CEC-B7D4-7713F21ADD37}" type="presParOf" srcId="{8B911342-F268-4671-BCAF-6D1B8CE87418}" destId="{95E70454-A8F3-4C5D-B0CD-03D5107FC962}" srcOrd="0" destOrd="0" presId="urn:microsoft.com/office/officeart/2018/5/layout/IconCircleLabelList"/>
    <dgm:cxn modelId="{414DD694-D940-47DE-B04B-064A4E9DA9ED}" type="presParOf" srcId="{8B911342-F268-4671-BCAF-6D1B8CE87418}" destId="{73012745-A065-4A98-91CC-E88BA6CFECD0}" srcOrd="1" destOrd="0" presId="urn:microsoft.com/office/officeart/2018/5/layout/IconCircleLabelList"/>
    <dgm:cxn modelId="{203E2D63-581A-4D34-ABC4-0D1B4E508021}" type="presParOf" srcId="{8B911342-F268-4671-BCAF-6D1B8CE87418}" destId="{384CC7E8-07E9-45F0-AC1B-AAD3CD6ACBBF}" srcOrd="2" destOrd="0" presId="urn:microsoft.com/office/officeart/2018/5/layout/IconCircleLabelList"/>
    <dgm:cxn modelId="{5CEA99C6-C375-4CB0-B999-84AED57C00D8}" type="presParOf" srcId="{8B911342-F268-4671-BCAF-6D1B8CE87418}" destId="{EBA5708B-F2A2-4B19-AAA1-FCC36FE2D091}" srcOrd="3" destOrd="0" presId="urn:microsoft.com/office/officeart/2018/5/layout/IconCircleLabelList"/>
    <dgm:cxn modelId="{1185C31A-24B4-42A8-A5DA-3D749B230FE6}" type="presParOf" srcId="{6FF5B458-D743-4D63-B5B7-54E2F1D7091A}" destId="{450F0754-D100-40CA-B0E5-3499655075EA}" srcOrd="1" destOrd="0" presId="urn:microsoft.com/office/officeart/2018/5/layout/IconCircleLabelList"/>
    <dgm:cxn modelId="{E4A57034-5F46-4E7C-99E9-65534DFD94F0}" type="presParOf" srcId="{6FF5B458-D743-4D63-B5B7-54E2F1D7091A}" destId="{76264A5A-5F1A-4976-8E68-26FBE3B6EC89}" srcOrd="2" destOrd="0" presId="urn:microsoft.com/office/officeart/2018/5/layout/IconCircleLabelList"/>
    <dgm:cxn modelId="{15B18304-02F1-42B5-8228-C5750124FE88}" type="presParOf" srcId="{76264A5A-5F1A-4976-8E68-26FBE3B6EC89}" destId="{D5BE7BA5-BD01-47D4-97AB-2E5B01963F4A}" srcOrd="0" destOrd="0" presId="urn:microsoft.com/office/officeart/2018/5/layout/IconCircleLabelList"/>
    <dgm:cxn modelId="{FE8E22B3-61DC-4C24-90FC-3B779FC8F162}" type="presParOf" srcId="{76264A5A-5F1A-4976-8E68-26FBE3B6EC89}" destId="{63857A82-D603-4A13-9D41-207D7759B067}" srcOrd="1" destOrd="0" presId="urn:microsoft.com/office/officeart/2018/5/layout/IconCircleLabelList"/>
    <dgm:cxn modelId="{9D8A939A-B7BE-45AE-85EA-EEB23DB4EE77}" type="presParOf" srcId="{76264A5A-5F1A-4976-8E68-26FBE3B6EC89}" destId="{CE64A952-4E0C-4D09-9465-762F969690FA}" srcOrd="2" destOrd="0" presId="urn:microsoft.com/office/officeart/2018/5/layout/IconCircleLabelList"/>
    <dgm:cxn modelId="{F7A278CE-6EC1-4FD6-80BE-99F372B601DA}" type="presParOf" srcId="{76264A5A-5F1A-4976-8E68-26FBE3B6EC89}" destId="{5B909948-E272-4643-8602-07790A290AF4}" srcOrd="3" destOrd="0" presId="urn:microsoft.com/office/officeart/2018/5/layout/IconCircleLabelList"/>
    <dgm:cxn modelId="{23EA1F12-1E96-4F5E-9860-6103FBFAAED1}" type="presParOf" srcId="{6FF5B458-D743-4D63-B5B7-54E2F1D7091A}" destId="{4D30B56A-C421-4D8B-A745-5185EFFFCAC7}" srcOrd="3" destOrd="0" presId="urn:microsoft.com/office/officeart/2018/5/layout/IconCircleLabelList"/>
    <dgm:cxn modelId="{381602E1-07E9-444C-8D25-BD2342E417C3}" type="presParOf" srcId="{6FF5B458-D743-4D63-B5B7-54E2F1D7091A}" destId="{D61CC2A9-C4E0-4E75-8297-3CEE7DE1D02A}" srcOrd="4" destOrd="0" presId="urn:microsoft.com/office/officeart/2018/5/layout/IconCircleLabelList"/>
    <dgm:cxn modelId="{A2F0674E-7EB9-4263-964C-C338F32134F7}" type="presParOf" srcId="{D61CC2A9-C4E0-4E75-8297-3CEE7DE1D02A}" destId="{FD039DF9-3A2F-403B-A347-706BAA9DDF26}" srcOrd="0" destOrd="0" presId="urn:microsoft.com/office/officeart/2018/5/layout/IconCircleLabelList"/>
    <dgm:cxn modelId="{D14B4F39-BE81-4C8B-9777-AA35017BDB14}" type="presParOf" srcId="{D61CC2A9-C4E0-4E75-8297-3CEE7DE1D02A}" destId="{A4F6888E-1921-47C8-B67F-D2EAA32D882B}" srcOrd="1" destOrd="0" presId="urn:microsoft.com/office/officeart/2018/5/layout/IconCircleLabelList"/>
    <dgm:cxn modelId="{149D5191-95B1-40BD-9E49-4DB979F5790C}" type="presParOf" srcId="{D61CC2A9-C4E0-4E75-8297-3CEE7DE1D02A}" destId="{5227698D-1055-47B7-9C6F-3F428C8D7E25}" srcOrd="2" destOrd="0" presId="urn:microsoft.com/office/officeart/2018/5/layout/IconCircleLabelList"/>
    <dgm:cxn modelId="{52857F20-F0E3-405E-8EE3-08BA79BD9AF8}" type="presParOf" srcId="{D61CC2A9-C4E0-4E75-8297-3CEE7DE1D02A}" destId="{3C903303-EEC4-46B5-BBA6-953A1823D66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A176338-3D56-482F-AEB3-9E9E7A138F0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E25D68C-8897-49E9-9925-22E48B6EA6E8}">
      <dgm:prSet/>
      <dgm:spPr/>
      <dgm:t>
        <a:bodyPr/>
        <a:lstStyle/>
        <a:p>
          <a:r>
            <a:rPr lang="en-US"/>
            <a:t>Start simple</a:t>
          </a:r>
        </a:p>
      </dgm:t>
    </dgm:pt>
    <dgm:pt modelId="{7A428DEA-CD45-430F-B738-EA721217D472}" type="parTrans" cxnId="{C7A485B7-F1EC-4A32-A1EC-6BD0943B09D3}">
      <dgm:prSet/>
      <dgm:spPr/>
      <dgm:t>
        <a:bodyPr/>
        <a:lstStyle/>
        <a:p>
          <a:endParaRPr lang="en-US"/>
        </a:p>
      </dgm:t>
    </dgm:pt>
    <dgm:pt modelId="{2D2A38BB-16A3-41E1-A2B1-D6705DE57EF5}" type="sibTrans" cxnId="{C7A485B7-F1EC-4A32-A1EC-6BD0943B09D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790A7C9-F5AD-4A99-B6A2-CEE2529EFAE7}">
      <dgm:prSet/>
      <dgm:spPr/>
      <dgm:t>
        <a:bodyPr/>
        <a:lstStyle/>
        <a:p>
          <a:r>
            <a:rPr lang="en-US"/>
            <a:t>Refine output</a:t>
          </a:r>
        </a:p>
      </dgm:t>
    </dgm:pt>
    <dgm:pt modelId="{558C9D68-ED75-4A0E-8A0A-B4F870E727A8}" type="parTrans" cxnId="{079D0047-62F8-42D0-9065-3F80205EDE3D}">
      <dgm:prSet/>
      <dgm:spPr/>
      <dgm:t>
        <a:bodyPr/>
        <a:lstStyle/>
        <a:p>
          <a:endParaRPr lang="en-US"/>
        </a:p>
      </dgm:t>
    </dgm:pt>
    <dgm:pt modelId="{BDB4FCB5-9633-4476-B2FA-DA91217B3D69}" type="sibTrans" cxnId="{079D0047-62F8-42D0-9065-3F80205EDE3D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E8803E8-6978-4090-8F6A-F0E751CE2FDA}">
      <dgm:prSet/>
      <dgm:spPr/>
      <dgm:t>
        <a:bodyPr/>
        <a:lstStyle/>
        <a:p>
          <a:r>
            <a:rPr lang="en-US"/>
            <a:t>Ask follow-ups</a:t>
          </a:r>
        </a:p>
      </dgm:t>
    </dgm:pt>
    <dgm:pt modelId="{980A9869-B54D-4C2D-BA3D-3F241331FD77}" type="parTrans" cxnId="{D7585946-8EB5-40F5-9768-C3815F5856AD}">
      <dgm:prSet/>
      <dgm:spPr/>
      <dgm:t>
        <a:bodyPr/>
        <a:lstStyle/>
        <a:p>
          <a:endParaRPr lang="en-US"/>
        </a:p>
      </dgm:t>
    </dgm:pt>
    <dgm:pt modelId="{93320F74-672D-46A3-BDBA-B2CA777312D6}" type="sibTrans" cxnId="{D7585946-8EB5-40F5-9768-C3815F5856A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0E7D6BF-65A5-E949-A8F9-C0BB939CD8BF}" type="pres">
      <dgm:prSet presAssocID="{BA176338-3D56-482F-AEB3-9E9E7A138F06}" presName="Name0" presStyleCnt="0">
        <dgm:presLayoutVars>
          <dgm:animLvl val="lvl"/>
          <dgm:resizeHandles val="exact"/>
        </dgm:presLayoutVars>
      </dgm:prSet>
      <dgm:spPr/>
    </dgm:pt>
    <dgm:pt modelId="{A0C91195-E189-EB45-82E9-01D8B6BBE98C}" type="pres">
      <dgm:prSet presAssocID="{2E25D68C-8897-49E9-9925-22E48B6EA6E8}" presName="compositeNode" presStyleCnt="0">
        <dgm:presLayoutVars>
          <dgm:bulletEnabled val="1"/>
        </dgm:presLayoutVars>
      </dgm:prSet>
      <dgm:spPr/>
    </dgm:pt>
    <dgm:pt modelId="{1979B096-0808-0C4D-9448-439DFB01FADA}" type="pres">
      <dgm:prSet presAssocID="{2E25D68C-8897-49E9-9925-22E48B6EA6E8}" presName="bgRect" presStyleLbl="bgAccFollowNode1" presStyleIdx="0" presStyleCnt="3"/>
      <dgm:spPr/>
    </dgm:pt>
    <dgm:pt modelId="{439BA896-7C3E-FA44-A51E-CF0E9CD7FC4E}" type="pres">
      <dgm:prSet presAssocID="{2D2A38BB-16A3-41E1-A2B1-D6705DE57EF5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249F67D1-93C2-4947-93A9-D4B6F13888D7}" type="pres">
      <dgm:prSet presAssocID="{2E25D68C-8897-49E9-9925-22E48B6EA6E8}" presName="bottomLine" presStyleLbl="alignNode1" presStyleIdx="1" presStyleCnt="6">
        <dgm:presLayoutVars/>
      </dgm:prSet>
      <dgm:spPr/>
    </dgm:pt>
    <dgm:pt modelId="{76C97C13-8320-2640-87EF-06112C05A8B5}" type="pres">
      <dgm:prSet presAssocID="{2E25D68C-8897-49E9-9925-22E48B6EA6E8}" presName="nodeText" presStyleLbl="bgAccFollowNode1" presStyleIdx="0" presStyleCnt="3">
        <dgm:presLayoutVars>
          <dgm:bulletEnabled val="1"/>
        </dgm:presLayoutVars>
      </dgm:prSet>
      <dgm:spPr/>
    </dgm:pt>
    <dgm:pt modelId="{E777B152-1B4E-6E4F-8B93-00149C6F860F}" type="pres">
      <dgm:prSet presAssocID="{2D2A38BB-16A3-41E1-A2B1-D6705DE57EF5}" presName="sibTrans" presStyleCnt="0"/>
      <dgm:spPr/>
    </dgm:pt>
    <dgm:pt modelId="{3AB1093A-0802-1944-BCF8-4117434DCEEA}" type="pres">
      <dgm:prSet presAssocID="{2790A7C9-F5AD-4A99-B6A2-CEE2529EFAE7}" presName="compositeNode" presStyleCnt="0">
        <dgm:presLayoutVars>
          <dgm:bulletEnabled val="1"/>
        </dgm:presLayoutVars>
      </dgm:prSet>
      <dgm:spPr/>
    </dgm:pt>
    <dgm:pt modelId="{604837BC-3890-8C45-A0E7-C98DA6EA853A}" type="pres">
      <dgm:prSet presAssocID="{2790A7C9-F5AD-4A99-B6A2-CEE2529EFAE7}" presName="bgRect" presStyleLbl="bgAccFollowNode1" presStyleIdx="1" presStyleCnt="3"/>
      <dgm:spPr/>
    </dgm:pt>
    <dgm:pt modelId="{9B3D97AE-30BA-B143-9FAA-33F28CCB0D14}" type="pres">
      <dgm:prSet presAssocID="{BDB4FCB5-9633-4476-B2FA-DA91217B3D6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8B1BF956-918B-954D-B13F-89EB666DAD39}" type="pres">
      <dgm:prSet presAssocID="{2790A7C9-F5AD-4A99-B6A2-CEE2529EFAE7}" presName="bottomLine" presStyleLbl="alignNode1" presStyleIdx="3" presStyleCnt="6">
        <dgm:presLayoutVars/>
      </dgm:prSet>
      <dgm:spPr/>
    </dgm:pt>
    <dgm:pt modelId="{889B8BF1-ABF2-DC4E-B684-C16795B293AB}" type="pres">
      <dgm:prSet presAssocID="{2790A7C9-F5AD-4A99-B6A2-CEE2529EFAE7}" presName="nodeText" presStyleLbl="bgAccFollowNode1" presStyleIdx="1" presStyleCnt="3">
        <dgm:presLayoutVars>
          <dgm:bulletEnabled val="1"/>
        </dgm:presLayoutVars>
      </dgm:prSet>
      <dgm:spPr/>
    </dgm:pt>
    <dgm:pt modelId="{5B6265D9-CEA4-024A-BCCE-474F1740F2E8}" type="pres">
      <dgm:prSet presAssocID="{BDB4FCB5-9633-4476-B2FA-DA91217B3D69}" presName="sibTrans" presStyleCnt="0"/>
      <dgm:spPr/>
    </dgm:pt>
    <dgm:pt modelId="{05E61CA9-E3E5-CB42-B5C1-B30A90D0D365}" type="pres">
      <dgm:prSet presAssocID="{BE8803E8-6978-4090-8F6A-F0E751CE2FDA}" presName="compositeNode" presStyleCnt="0">
        <dgm:presLayoutVars>
          <dgm:bulletEnabled val="1"/>
        </dgm:presLayoutVars>
      </dgm:prSet>
      <dgm:spPr/>
    </dgm:pt>
    <dgm:pt modelId="{0E3485A5-CA24-0E48-BD61-A00DBBB943CD}" type="pres">
      <dgm:prSet presAssocID="{BE8803E8-6978-4090-8F6A-F0E751CE2FDA}" presName="bgRect" presStyleLbl="bgAccFollowNode1" presStyleIdx="2" presStyleCnt="3"/>
      <dgm:spPr/>
    </dgm:pt>
    <dgm:pt modelId="{17D7E0A1-0003-AA48-B834-1210BEB4BFD5}" type="pres">
      <dgm:prSet presAssocID="{93320F74-672D-46A3-BDBA-B2CA777312D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42D92FBC-DD0C-C446-9AD1-E0F6E08253E8}" type="pres">
      <dgm:prSet presAssocID="{BE8803E8-6978-4090-8F6A-F0E751CE2FDA}" presName="bottomLine" presStyleLbl="alignNode1" presStyleIdx="5" presStyleCnt="6">
        <dgm:presLayoutVars/>
      </dgm:prSet>
      <dgm:spPr/>
    </dgm:pt>
    <dgm:pt modelId="{504A60B7-A8FF-D348-8324-7D67E9800973}" type="pres">
      <dgm:prSet presAssocID="{BE8803E8-6978-4090-8F6A-F0E751CE2FDA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98C10106-4A51-E844-BC19-1070CDE56151}" type="presOf" srcId="{2790A7C9-F5AD-4A99-B6A2-CEE2529EFAE7}" destId="{889B8BF1-ABF2-DC4E-B684-C16795B293AB}" srcOrd="1" destOrd="0" presId="urn:microsoft.com/office/officeart/2016/7/layout/BasicLinearProcessNumbered"/>
    <dgm:cxn modelId="{8989520F-C1EB-D740-99EB-F86652A50F7D}" type="presOf" srcId="{2D2A38BB-16A3-41E1-A2B1-D6705DE57EF5}" destId="{439BA896-7C3E-FA44-A51E-CF0E9CD7FC4E}" srcOrd="0" destOrd="0" presId="urn:microsoft.com/office/officeart/2016/7/layout/BasicLinearProcessNumbered"/>
    <dgm:cxn modelId="{A90CD20F-19DF-284F-B64A-F704570A5F8D}" type="presOf" srcId="{2790A7C9-F5AD-4A99-B6A2-CEE2529EFAE7}" destId="{604837BC-3890-8C45-A0E7-C98DA6EA853A}" srcOrd="0" destOrd="0" presId="urn:microsoft.com/office/officeart/2016/7/layout/BasicLinearProcessNumbered"/>
    <dgm:cxn modelId="{D7585946-8EB5-40F5-9768-C3815F5856AD}" srcId="{BA176338-3D56-482F-AEB3-9E9E7A138F06}" destId="{BE8803E8-6978-4090-8F6A-F0E751CE2FDA}" srcOrd="2" destOrd="0" parTransId="{980A9869-B54D-4C2D-BA3D-3F241331FD77}" sibTransId="{93320F74-672D-46A3-BDBA-B2CA777312D6}"/>
    <dgm:cxn modelId="{079D0047-62F8-42D0-9065-3F80205EDE3D}" srcId="{BA176338-3D56-482F-AEB3-9E9E7A138F06}" destId="{2790A7C9-F5AD-4A99-B6A2-CEE2529EFAE7}" srcOrd="1" destOrd="0" parTransId="{558C9D68-ED75-4A0E-8A0A-B4F870E727A8}" sibTransId="{BDB4FCB5-9633-4476-B2FA-DA91217B3D69}"/>
    <dgm:cxn modelId="{4C7E2F47-F5C9-AB49-8B5E-38154B203EA5}" type="presOf" srcId="{2E25D68C-8897-49E9-9925-22E48B6EA6E8}" destId="{1979B096-0808-0C4D-9448-439DFB01FADA}" srcOrd="0" destOrd="0" presId="urn:microsoft.com/office/officeart/2016/7/layout/BasicLinearProcessNumbered"/>
    <dgm:cxn modelId="{85C9776B-3233-CE42-92B8-7FB7C644F087}" type="presOf" srcId="{BE8803E8-6978-4090-8F6A-F0E751CE2FDA}" destId="{504A60B7-A8FF-D348-8324-7D67E9800973}" srcOrd="1" destOrd="0" presId="urn:microsoft.com/office/officeart/2016/7/layout/BasicLinearProcessNumbered"/>
    <dgm:cxn modelId="{67925173-AA94-D045-8100-E2A6E0177EC5}" type="presOf" srcId="{2E25D68C-8897-49E9-9925-22E48B6EA6E8}" destId="{76C97C13-8320-2640-87EF-06112C05A8B5}" srcOrd="1" destOrd="0" presId="urn:microsoft.com/office/officeart/2016/7/layout/BasicLinearProcessNumbered"/>
    <dgm:cxn modelId="{23E20F85-AF1F-5D40-9441-10A68FC77B26}" type="presOf" srcId="{93320F74-672D-46A3-BDBA-B2CA777312D6}" destId="{17D7E0A1-0003-AA48-B834-1210BEB4BFD5}" srcOrd="0" destOrd="0" presId="urn:microsoft.com/office/officeart/2016/7/layout/BasicLinearProcessNumbered"/>
    <dgm:cxn modelId="{A985BAAB-57FF-F54D-B05B-5450B0DD9B65}" type="presOf" srcId="{BA176338-3D56-482F-AEB3-9E9E7A138F06}" destId="{20E7D6BF-65A5-E949-A8F9-C0BB939CD8BF}" srcOrd="0" destOrd="0" presId="urn:microsoft.com/office/officeart/2016/7/layout/BasicLinearProcessNumbered"/>
    <dgm:cxn modelId="{C7A485B7-F1EC-4A32-A1EC-6BD0943B09D3}" srcId="{BA176338-3D56-482F-AEB3-9E9E7A138F06}" destId="{2E25D68C-8897-49E9-9925-22E48B6EA6E8}" srcOrd="0" destOrd="0" parTransId="{7A428DEA-CD45-430F-B738-EA721217D472}" sibTransId="{2D2A38BB-16A3-41E1-A2B1-D6705DE57EF5}"/>
    <dgm:cxn modelId="{FAB32DDE-187A-A242-9C6F-CC74145494A9}" type="presOf" srcId="{BE8803E8-6978-4090-8F6A-F0E751CE2FDA}" destId="{0E3485A5-CA24-0E48-BD61-A00DBBB943CD}" srcOrd="0" destOrd="0" presId="urn:microsoft.com/office/officeart/2016/7/layout/BasicLinearProcessNumbered"/>
    <dgm:cxn modelId="{E041B8F8-5F5B-F94C-9E45-F58A3A8FD92F}" type="presOf" srcId="{BDB4FCB5-9633-4476-B2FA-DA91217B3D69}" destId="{9B3D97AE-30BA-B143-9FAA-33F28CCB0D14}" srcOrd="0" destOrd="0" presId="urn:microsoft.com/office/officeart/2016/7/layout/BasicLinearProcessNumbered"/>
    <dgm:cxn modelId="{B98BE285-B8EA-B34E-8C5A-3C43525E2285}" type="presParOf" srcId="{20E7D6BF-65A5-E949-A8F9-C0BB939CD8BF}" destId="{A0C91195-E189-EB45-82E9-01D8B6BBE98C}" srcOrd="0" destOrd="0" presId="urn:microsoft.com/office/officeart/2016/7/layout/BasicLinearProcessNumbered"/>
    <dgm:cxn modelId="{95E15B0F-A279-B54A-B718-376E4290708C}" type="presParOf" srcId="{A0C91195-E189-EB45-82E9-01D8B6BBE98C}" destId="{1979B096-0808-0C4D-9448-439DFB01FADA}" srcOrd="0" destOrd="0" presId="urn:microsoft.com/office/officeart/2016/7/layout/BasicLinearProcessNumbered"/>
    <dgm:cxn modelId="{09374E76-CB86-514D-95CB-78C493A77D5A}" type="presParOf" srcId="{A0C91195-E189-EB45-82E9-01D8B6BBE98C}" destId="{439BA896-7C3E-FA44-A51E-CF0E9CD7FC4E}" srcOrd="1" destOrd="0" presId="urn:microsoft.com/office/officeart/2016/7/layout/BasicLinearProcessNumbered"/>
    <dgm:cxn modelId="{C71A6EEA-6A0A-2148-A5FB-567B49268207}" type="presParOf" srcId="{A0C91195-E189-EB45-82E9-01D8B6BBE98C}" destId="{249F67D1-93C2-4947-93A9-D4B6F13888D7}" srcOrd="2" destOrd="0" presId="urn:microsoft.com/office/officeart/2016/7/layout/BasicLinearProcessNumbered"/>
    <dgm:cxn modelId="{DF21091C-C41B-2946-8BCC-29850CD767B9}" type="presParOf" srcId="{A0C91195-E189-EB45-82E9-01D8B6BBE98C}" destId="{76C97C13-8320-2640-87EF-06112C05A8B5}" srcOrd="3" destOrd="0" presId="urn:microsoft.com/office/officeart/2016/7/layout/BasicLinearProcessNumbered"/>
    <dgm:cxn modelId="{A08B9AA3-7AD9-474F-B206-0A9AECE8F53E}" type="presParOf" srcId="{20E7D6BF-65A5-E949-A8F9-C0BB939CD8BF}" destId="{E777B152-1B4E-6E4F-8B93-00149C6F860F}" srcOrd="1" destOrd="0" presId="urn:microsoft.com/office/officeart/2016/7/layout/BasicLinearProcessNumbered"/>
    <dgm:cxn modelId="{85E597DF-629D-8F43-B25A-A58D7BDEE999}" type="presParOf" srcId="{20E7D6BF-65A5-E949-A8F9-C0BB939CD8BF}" destId="{3AB1093A-0802-1944-BCF8-4117434DCEEA}" srcOrd="2" destOrd="0" presId="urn:microsoft.com/office/officeart/2016/7/layout/BasicLinearProcessNumbered"/>
    <dgm:cxn modelId="{3B6ADEC6-BF74-324B-AEB5-B51E97217A97}" type="presParOf" srcId="{3AB1093A-0802-1944-BCF8-4117434DCEEA}" destId="{604837BC-3890-8C45-A0E7-C98DA6EA853A}" srcOrd="0" destOrd="0" presId="urn:microsoft.com/office/officeart/2016/7/layout/BasicLinearProcessNumbered"/>
    <dgm:cxn modelId="{9C13C19F-F04F-E144-9694-85B740CE01B5}" type="presParOf" srcId="{3AB1093A-0802-1944-BCF8-4117434DCEEA}" destId="{9B3D97AE-30BA-B143-9FAA-33F28CCB0D14}" srcOrd="1" destOrd="0" presId="urn:microsoft.com/office/officeart/2016/7/layout/BasicLinearProcessNumbered"/>
    <dgm:cxn modelId="{6B636A0A-4CC1-E646-B418-F7B20ABF11F0}" type="presParOf" srcId="{3AB1093A-0802-1944-BCF8-4117434DCEEA}" destId="{8B1BF956-918B-954D-B13F-89EB666DAD39}" srcOrd="2" destOrd="0" presId="urn:microsoft.com/office/officeart/2016/7/layout/BasicLinearProcessNumbered"/>
    <dgm:cxn modelId="{6775A6D9-4EE7-0C4F-8C36-871E159FE983}" type="presParOf" srcId="{3AB1093A-0802-1944-BCF8-4117434DCEEA}" destId="{889B8BF1-ABF2-DC4E-B684-C16795B293AB}" srcOrd="3" destOrd="0" presId="urn:microsoft.com/office/officeart/2016/7/layout/BasicLinearProcessNumbered"/>
    <dgm:cxn modelId="{05443557-7036-FA43-AD06-34CA588E03B1}" type="presParOf" srcId="{20E7D6BF-65A5-E949-A8F9-C0BB939CD8BF}" destId="{5B6265D9-CEA4-024A-BCCE-474F1740F2E8}" srcOrd="3" destOrd="0" presId="urn:microsoft.com/office/officeart/2016/7/layout/BasicLinearProcessNumbered"/>
    <dgm:cxn modelId="{5CC1FFA5-1CB3-E742-9A70-9E43EADDA8AC}" type="presParOf" srcId="{20E7D6BF-65A5-E949-A8F9-C0BB939CD8BF}" destId="{05E61CA9-E3E5-CB42-B5C1-B30A90D0D365}" srcOrd="4" destOrd="0" presId="urn:microsoft.com/office/officeart/2016/7/layout/BasicLinearProcessNumbered"/>
    <dgm:cxn modelId="{AED11592-9151-2A48-BB07-C07D7B3BE9C1}" type="presParOf" srcId="{05E61CA9-E3E5-CB42-B5C1-B30A90D0D365}" destId="{0E3485A5-CA24-0E48-BD61-A00DBBB943CD}" srcOrd="0" destOrd="0" presId="urn:microsoft.com/office/officeart/2016/7/layout/BasicLinearProcessNumbered"/>
    <dgm:cxn modelId="{EE0084D2-8565-E742-AA71-567DEE6855E1}" type="presParOf" srcId="{05E61CA9-E3E5-CB42-B5C1-B30A90D0D365}" destId="{17D7E0A1-0003-AA48-B834-1210BEB4BFD5}" srcOrd="1" destOrd="0" presId="urn:microsoft.com/office/officeart/2016/7/layout/BasicLinearProcessNumbered"/>
    <dgm:cxn modelId="{DEECD5D7-91BA-5A4A-B461-426622DE9CEB}" type="presParOf" srcId="{05E61CA9-E3E5-CB42-B5C1-B30A90D0D365}" destId="{42D92FBC-DD0C-C446-9AD1-E0F6E08253E8}" srcOrd="2" destOrd="0" presId="urn:microsoft.com/office/officeart/2016/7/layout/BasicLinearProcessNumbered"/>
    <dgm:cxn modelId="{9FEF0BF1-D4EB-8F40-AB40-08A6E8E5F35F}" type="presParOf" srcId="{05E61CA9-E3E5-CB42-B5C1-B30A90D0D365}" destId="{504A60B7-A8FF-D348-8324-7D67E980097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E7B3ACB-4920-47E6-A1FC-3B547415ABF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2DBAE96-E202-47DA-9AF4-9E2AD790D9E4}">
      <dgm:prSet/>
      <dgm:spPr/>
      <dgm:t>
        <a:bodyPr/>
        <a:lstStyle/>
        <a:p>
          <a:r>
            <a:rPr lang="en-US"/>
            <a:t>Lesson plans</a:t>
          </a:r>
        </a:p>
      </dgm:t>
    </dgm:pt>
    <dgm:pt modelId="{98183228-A7D0-49F6-8694-8B1E19FBA650}" type="parTrans" cxnId="{2F8DBED0-4AD1-4B21-811B-E1A692BEA18E}">
      <dgm:prSet/>
      <dgm:spPr/>
      <dgm:t>
        <a:bodyPr/>
        <a:lstStyle/>
        <a:p>
          <a:endParaRPr lang="en-US"/>
        </a:p>
      </dgm:t>
    </dgm:pt>
    <dgm:pt modelId="{2A6B913C-1D11-4C9A-8698-40DE4597460A}" type="sibTrans" cxnId="{2F8DBED0-4AD1-4B21-811B-E1A692BEA18E}">
      <dgm:prSet/>
      <dgm:spPr/>
      <dgm:t>
        <a:bodyPr/>
        <a:lstStyle/>
        <a:p>
          <a:endParaRPr lang="en-US"/>
        </a:p>
      </dgm:t>
    </dgm:pt>
    <dgm:pt modelId="{BDD2F462-AE58-4C0A-B0ED-4DA8C6D8F86B}">
      <dgm:prSet/>
      <dgm:spPr/>
      <dgm:t>
        <a:bodyPr/>
        <a:lstStyle/>
        <a:p>
          <a:r>
            <a:rPr lang="en-US"/>
            <a:t>Discussion questions</a:t>
          </a:r>
        </a:p>
      </dgm:t>
    </dgm:pt>
    <dgm:pt modelId="{BA154544-B205-4092-BC5D-53B70438D0BA}" type="parTrans" cxnId="{BD520A24-4EC5-4175-BC18-A7542D556EEE}">
      <dgm:prSet/>
      <dgm:spPr/>
      <dgm:t>
        <a:bodyPr/>
        <a:lstStyle/>
        <a:p>
          <a:endParaRPr lang="en-US"/>
        </a:p>
      </dgm:t>
    </dgm:pt>
    <dgm:pt modelId="{56226204-30F6-4297-82D8-47450130D808}" type="sibTrans" cxnId="{BD520A24-4EC5-4175-BC18-A7542D556EEE}">
      <dgm:prSet/>
      <dgm:spPr/>
      <dgm:t>
        <a:bodyPr/>
        <a:lstStyle/>
        <a:p>
          <a:endParaRPr lang="en-US"/>
        </a:p>
      </dgm:t>
    </dgm:pt>
    <dgm:pt modelId="{E90E60B1-9F0F-42E9-AFFF-A242B65D836D}">
      <dgm:prSet/>
      <dgm:spPr/>
      <dgm:t>
        <a:bodyPr/>
        <a:lstStyle/>
        <a:p>
          <a:r>
            <a:rPr lang="en-US"/>
            <a:t>Differentiation</a:t>
          </a:r>
        </a:p>
      </dgm:t>
    </dgm:pt>
    <dgm:pt modelId="{3D5BDAF9-32E5-471D-B6EB-A386FC44D77D}" type="parTrans" cxnId="{47BD7DEF-51F2-47E2-852B-8860EE20C927}">
      <dgm:prSet/>
      <dgm:spPr/>
      <dgm:t>
        <a:bodyPr/>
        <a:lstStyle/>
        <a:p>
          <a:endParaRPr lang="en-US"/>
        </a:p>
      </dgm:t>
    </dgm:pt>
    <dgm:pt modelId="{24B4D0AF-D246-4FFA-81FD-07B6AE6C5686}" type="sibTrans" cxnId="{47BD7DEF-51F2-47E2-852B-8860EE20C927}">
      <dgm:prSet/>
      <dgm:spPr/>
      <dgm:t>
        <a:bodyPr/>
        <a:lstStyle/>
        <a:p>
          <a:endParaRPr lang="en-US"/>
        </a:p>
      </dgm:t>
    </dgm:pt>
    <dgm:pt modelId="{BD7B0F61-68FC-774B-A092-DBD29302C917}" type="pres">
      <dgm:prSet presAssocID="{FE7B3ACB-4920-47E6-A1FC-3B547415ABF6}" presName="linear" presStyleCnt="0">
        <dgm:presLayoutVars>
          <dgm:animLvl val="lvl"/>
          <dgm:resizeHandles val="exact"/>
        </dgm:presLayoutVars>
      </dgm:prSet>
      <dgm:spPr/>
    </dgm:pt>
    <dgm:pt modelId="{1A43788C-F7FE-8A4F-8E28-B4BB24A80234}" type="pres">
      <dgm:prSet presAssocID="{82DBAE96-E202-47DA-9AF4-9E2AD790D9E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1F5B69-723B-A145-86D6-99B31B1F08A3}" type="pres">
      <dgm:prSet presAssocID="{2A6B913C-1D11-4C9A-8698-40DE4597460A}" presName="spacer" presStyleCnt="0"/>
      <dgm:spPr/>
    </dgm:pt>
    <dgm:pt modelId="{8BB1612E-BFA9-A14E-96CD-CC90A2164E45}" type="pres">
      <dgm:prSet presAssocID="{BDD2F462-AE58-4C0A-B0ED-4DA8C6D8F86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E9B6D54-0A2A-0A46-844E-0D0ADF43D6E8}" type="pres">
      <dgm:prSet presAssocID="{56226204-30F6-4297-82D8-47450130D808}" presName="spacer" presStyleCnt="0"/>
      <dgm:spPr/>
    </dgm:pt>
    <dgm:pt modelId="{D5923D59-6950-544D-B55E-234A22A7CE96}" type="pres">
      <dgm:prSet presAssocID="{E90E60B1-9F0F-42E9-AFFF-A242B65D836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65D5E11-BC55-EB4C-B024-B32D75E6AAD5}" type="presOf" srcId="{82DBAE96-E202-47DA-9AF4-9E2AD790D9E4}" destId="{1A43788C-F7FE-8A4F-8E28-B4BB24A80234}" srcOrd="0" destOrd="0" presId="urn:microsoft.com/office/officeart/2005/8/layout/vList2"/>
    <dgm:cxn modelId="{BD520A24-4EC5-4175-BC18-A7542D556EEE}" srcId="{FE7B3ACB-4920-47E6-A1FC-3B547415ABF6}" destId="{BDD2F462-AE58-4C0A-B0ED-4DA8C6D8F86B}" srcOrd="1" destOrd="0" parTransId="{BA154544-B205-4092-BC5D-53B70438D0BA}" sibTransId="{56226204-30F6-4297-82D8-47450130D808}"/>
    <dgm:cxn modelId="{A6C11834-C50B-A942-A28F-9B899D8371BF}" type="presOf" srcId="{FE7B3ACB-4920-47E6-A1FC-3B547415ABF6}" destId="{BD7B0F61-68FC-774B-A092-DBD29302C917}" srcOrd="0" destOrd="0" presId="urn:microsoft.com/office/officeart/2005/8/layout/vList2"/>
    <dgm:cxn modelId="{0723493D-CD89-5540-98E6-E12687C73AE3}" type="presOf" srcId="{BDD2F462-AE58-4C0A-B0ED-4DA8C6D8F86B}" destId="{8BB1612E-BFA9-A14E-96CD-CC90A2164E45}" srcOrd="0" destOrd="0" presId="urn:microsoft.com/office/officeart/2005/8/layout/vList2"/>
    <dgm:cxn modelId="{2F8DBED0-4AD1-4B21-811B-E1A692BEA18E}" srcId="{FE7B3ACB-4920-47E6-A1FC-3B547415ABF6}" destId="{82DBAE96-E202-47DA-9AF4-9E2AD790D9E4}" srcOrd="0" destOrd="0" parTransId="{98183228-A7D0-49F6-8694-8B1E19FBA650}" sibTransId="{2A6B913C-1D11-4C9A-8698-40DE4597460A}"/>
    <dgm:cxn modelId="{77D034DB-0868-454D-AF3D-A95970DEE17B}" type="presOf" srcId="{E90E60B1-9F0F-42E9-AFFF-A242B65D836D}" destId="{D5923D59-6950-544D-B55E-234A22A7CE96}" srcOrd="0" destOrd="0" presId="urn:microsoft.com/office/officeart/2005/8/layout/vList2"/>
    <dgm:cxn modelId="{47BD7DEF-51F2-47E2-852B-8860EE20C927}" srcId="{FE7B3ACB-4920-47E6-A1FC-3B547415ABF6}" destId="{E90E60B1-9F0F-42E9-AFFF-A242B65D836D}" srcOrd="2" destOrd="0" parTransId="{3D5BDAF9-32E5-471D-B6EB-A386FC44D77D}" sibTransId="{24B4D0AF-D246-4FFA-81FD-07B6AE6C5686}"/>
    <dgm:cxn modelId="{0AEC5515-3392-3F4D-AFB4-7838BC423230}" type="presParOf" srcId="{BD7B0F61-68FC-774B-A092-DBD29302C917}" destId="{1A43788C-F7FE-8A4F-8E28-B4BB24A80234}" srcOrd="0" destOrd="0" presId="urn:microsoft.com/office/officeart/2005/8/layout/vList2"/>
    <dgm:cxn modelId="{EBD7FA2E-A658-234F-9FCB-E70B6F0C494F}" type="presParOf" srcId="{BD7B0F61-68FC-774B-A092-DBD29302C917}" destId="{5E1F5B69-723B-A145-86D6-99B31B1F08A3}" srcOrd="1" destOrd="0" presId="urn:microsoft.com/office/officeart/2005/8/layout/vList2"/>
    <dgm:cxn modelId="{570B9718-02B7-CF42-A19D-EFA4662DB0DC}" type="presParOf" srcId="{BD7B0F61-68FC-774B-A092-DBD29302C917}" destId="{8BB1612E-BFA9-A14E-96CD-CC90A2164E45}" srcOrd="2" destOrd="0" presId="urn:microsoft.com/office/officeart/2005/8/layout/vList2"/>
    <dgm:cxn modelId="{907BB4E4-5CD1-1B49-B265-B368940F0EB4}" type="presParOf" srcId="{BD7B0F61-68FC-774B-A092-DBD29302C917}" destId="{6E9B6D54-0A2A-0A46-844E-0D0ADF43D6E8}" srcOrd="3" destOrd="0" presId="urn:microsoft.com/office/officeart/2005/8/layout/vList2"/>
    <dgm:cxn modelId="{EEFA320D-1A4B-FE45-9930-E3E6397093EB}" type="presParOf" srcId="{BD7B0F61-68FC-774B-A092-DBD29302C917}" destId="{D5923D59-6950-544D-B55E-234A22A7CE9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69471D9-B70D-44FD-8148-8FFDC87DB39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B9856D-6F6D-4AF5-B7CA-20501B8C1955}">
      <dgm:prSet/>
      <dgm:spPr/>
      <dgm:t>
        <a:bodyPr/>
        <a:lstStyle/>
        <a:p>
          <a:r>
            <a:rPr lang="en-US"/>
            <a:t>Context: First-year course, mixed readiness</a:t>
          </a:r>
        </a:p>
      </dgm:t>
    </dgm:pt>
    <dgm:pt modelId="{4CCF6E2F-5A54-4299-AC60-21B60E4E1E82}" type="parTrans" cxnId="{6A2C5BB4-53F8-4500-A7CC-E4C760678524}">
      <dgm:prSet/>
      <dgm:spPr/>
      <dgm:t>
        <a:bodyPr/>
        <a:lstStyle/>
        <a:p>
          <a:endParaRPr lang="en-US"/>
        </a:p>
      </dgm:t>
    </dgm:pt>
    <dgm:pt modelId="{558E4834-48A1-4782-BA6C-DC1599DD06AE}" type="sibTrans" cxnId="{6A2C5BB4-53F8-4500-A7CC-E4C760678524}">
      <dgm:prSet/>
      <dgm:spPr/>
      <dgm:t>
        <a:bodyPr/>
        <a:lstStyle/>
        <a:p>
          <a:endParaRPr lang="en-US"/>
        </a:p>
      </dgm:t>
    </dgm:pt>
    <dgm:pt modelId="{C4C8946A-1BE3-481B-A153-1E4F9CD9F097}">
      <dgm:prSet/>
      <dgm:spPr/>
      <dgm:t>
        <a:bodyPr/>
        <a:lstStyle/>
        <a:p>
          <a:r>
            <a:rPr lang="en-US"/>
            <a:t>Task: Create a 15-min activity</a:t>
          </a:r>
        </a:p>
      </dgm:t>
    </dgm:pt>
    <dgm:pt modelId="{937CE854-6492-4828-9396-C29436ED8408}" type="parTrans" cxnId="{145DDDC7-87B1-4D06-BB68-CD9322C4359D}">
      <dgm:prSet/>
      <dgm:spPr/>
      <dgm:t>
        <a:bodyPr/>
        <a:lstStyle/>
        <a:p>
          <a:endParaRPr lang="en-US"/>
        </a:p>
      </dgm:t>
    </dgm:pt>
    <dgm:pt modelId="{BA6F8181-6DF7-45E7-9797-4BA4BAF5E55A}" type="sibTrans" cxnId="{145DDDC7-87B1-4D06-BB68-CD9322C4359D}">
      <dgm:prSet/>
      <dgm:spPr/>
      <dgm:t>
        <a:bodyPr/>
        <a:lstStyle/>
        <a:p>
          <a:endParaRPr lang="en-US"/>
        </a:p>
      </dgm:t>
    </dgm:pt>
    <dgm:pt modelId="{4EE9CB64-CD56-4202-B417-A9F5952C7A9B}">
      <dgm:prSet/>
      <dgm:spPr/>
      <dgm:t>
        <a:bodyPr/>
        <a:lstStyle/>
        <a:p>
          <a:r>
            <a:rPr lang="en-US"/>
            <a:t>Challenge: Include differentiation + steps</a:t>
          </a:r>
        </a:p>
      </dgm:t>
    </dgm:pt>
    <dgm:pt modelId="{250E1AC7-C9F0-4149-8032-6A4296C74305}" type="parTrans" cxnId="{E06D20EB-E4A1-43FE-A6F9-BB7D632E3C71}">
      <dgm:prSet/>
      <dgm:spPr/>
      <dgm:t>
        <a:bodyPr/>
        <a:lstStyle/>
        <a:p>
          <a:endParaRPr lang="en-US"/>
        </a:p>
      </dgm:t>
    </dgm:pt>
    <dgm:pt modelId="{30786006-08EE-479C-91A8-39BA6C9A5A0E}" type="sibTrans" cxnId="{E06D20EB-E4A1-43FE-A6F9-BB7D632E3C71}">
      <dgm:prSet/>
      <dgm:spPr/>
      <dgm:t>
        <a:bodyPr/>
        <a:lstStyle/>
        <a:p>
          <a:endParaRPr lang="en-US"/>
        </a:p>
      </dgm:t>
    </dgm:pt>
    <dgm:pt modelId="{4FF47CE2-DEE2-40DC-8522-29760A3ECE7D}">
      <dgm:prSet/>
      <dgm:spPr/>
      <dgm:t>
        <a:bodyPr/>
        <a:lstStyle/>
        <a:p>
          <a:r>
            <a:rPr lang="en-US"/>
            <a:t>Starter: Create a classroom activity about [topic].</a:t>
          </a:r>
        </a:p>
      </dgm:t>
    </dgm:pt>
    <dgm:pt modelId="{9491E137-9256-415A-858A-F7F5C1C5A936}" type="parTrans" cxnId="{2E9EDCA0-769C-4328-829E-BFF989108C5D}">
      <dgm:prSet/>
      <dgm:spPr/>
      <dgm:t>
        <a:bodyPr/>
        <a:lstStyle/>
        <a:p>
          <a:endParaRPr lang="en-US"/>
        </a:p>
      </dgm:t>
    </dgm:pt>
    <dgm:pt modelId="{A4512D4C-AC30-4769-A80D-5998986D3949}" type="sibTrans" cxnId="{2E9EDCA0-769C-4328-829E-BFF989108C5D}">
      <dgm:prSet/>
      <dgm:spPr/>
      <dgm:t>
        <a:bodyPr/>
        <a:lstStyle/>
        <a:p>
          <a:endParaRPr lang="en-US"/>
        </a:p>
      </dgm:t>
    </dgm:pt>
    <dgm:pt modelId="{E55B1A23-FCF7-684E-929E-C4D8F1E6D362}" type="pres">
      <dgm:prSet presAssocID="{E69471D9-B70D-44FD-8148-8FFDC87DB393}" presName="diagram" presStyleCnt="0">
        <dgm:presLayoutVars>
          <dgm:dir/>
          <dgm:resizeHandles val="exact"/>
        </dgm:presLayoutVars>
      </dgm:prSet>
      <dgm:spPr/>
    </dgm:pt>
    <dgm:pt modelId="{0FE605BF-1E8E-2F4F-8ABE-63A91B86E53F}" type="pres">
      <dgm:prSet presAssocID="{D4B9856D-6F6D-4AF5-B7CA-20501B8C1955}" presName="node" presStyleLbl="node1" presStyleIdx="0" presStyleCnt="4">
        <dgm:presLayoutVars>
          <dgm:bulletEnabled val="1"/>
        </dgm:presLayoutVars>
      </dgm:prSet>
      <dgm:spPr/>
    </dgm:pt>
    <dgm:pt modelId="{B7747779-D8F3-7542-8E70-0698A0CF7AE7}" type="pres">
      <dgm:prSet presAssocID="{558E4834-48A1-4782-BA6C-DC1599DD06AE}" presName="sibTrans" presStyleCnt="0"/>
      <dgm:spPr/>
    </dgm:pt>
    <dgm:pt modelId="{0282085E-C1C1-4F45-AAFB-3DE3A01EF6BB}" type="pres">
      <dgm:prSet presAssocID="{C4C8946A-1BE3-481B-A153-1E4F9CD9F097}" presName="node" presStyleLbl="node1" presStyleIdx="1" presStyleCnt="4">
        <dgm:presLayoutVars>
          <dgm:bulletEnabled val="1"/>
        </dgm:presLayoutVars>
      </dgm:prSet>
      <dgm:spPr/>
    </dgm:pt>
    <dgm:pt modelId="{95937AEF-6153-0D48-BAD5-12D4813325C4}" type="pres">
      <dgm:prSet presAssocID="{BA6F8181-6DF7-45E7-9797-4BA4BAF5E55A}" presName="sibTrans" presStyleCnt="0"/>
      <dgm:spPr/>
    </dgm:pt>
    <dgm:pt modelId="{05768642-9007-6D4C-BDDF-5332F91F1708}" type="pres">
      <dgm:prSet presAssocID="{4EE9CB64-CD56-4202-B417-A9F5952C7A9B}" presName="node" presStyleLbl="node1" presStyleIdx="2" presStyleCnt="4">
        <dgm:presLayoutVars>
          <dgm:bulletEnabled val="1"/>
        </dgm:presLayoutVars>
      </dgm:prSet>
      <dgm:spPr/>
    </dgm:pt>
    <dgm:pt modelId="{48D581FB-4346-4343-B673-F73DB01252CA}" type="pres">
      <dgm:prSet presAssocID="{30786006-08EE-479C-91A8-39BA6C9A5A0E}" presName="sibTrans" presStyleCnt="0"/>
      <dgm:spPr/>
    </dgm:pt>
    <dgm:pt modelId="{7D4189E9-6E13-3949-8C5D-BDCF9579C576}" type="pres">
      <dgm:prSet presAssocID="{4FF47CE2-DEE2-40DC-8522-29760A3ECE7D}" presName="node" presStyleLbl="node1" presStyleIdx="3" presStyleCnt="4">
        <dgm:presLayoutVars>
          <dgm:bulletEnabled val="1"/>
        </dgm:presLayoutVars>
      </dgm:prSet>
      <dgm:spPr/>
    </dgm:pt>
  </dgm:ptLst>
  <dgm:cxnLst>
    <dgm:cxn modelId="{C0CC4A20-8C9B-EE49-9C0C-307924D6A94D}" type="presOf" srcId="{4EE9CB64-CD56-4202-B417-A9F5952C7A9B}" destId="{05768642-9007-6D4C-BDDF-5332F91F1708}" srcOrd="0" destOrd="0" presId="urn:microsoft.com/office/officeart/2005/8/layout/default"/>
    <dgm:cxn modelId="{9074512C-46CD-C04B-B771-E06715881955}" type="presOf" srcId="{4FF47CE2-DEE2-40DC-8522-29760A3ECE7D}" destId="{7D4189E9-6E13-3949-8C5D-BDCF9579C576}" srcOrd="0" destOrd="0" presId="urn:microsoft.com/office/officeart/2005/8/layout/default"/>
    <dgm:cxn modelId="{6C970272-8AE3-034D-994F-B6C98402C001}" type="presOf" srcId="{D4B9856D-6F6D-4AF5-B7CA-20501B8C1955}" destId="{0FE605BF-1E8E-2F4F-8ABE-63A91B86E53F}" srcOrd="0" destOrd="0" presId="urn:microsoft.com/office/officeart/2005/8/layout/default"/>
    <dgm:cxn modelId="{2E9EDCA0-769C-4328-829E-BFF989108C5D}" srcId="{E69471D9-B70D-44FD-8148-8FFDC87DB393}" destId="{4FF47CE2-DEE2-40DC-8522-29760A3ECE7D}" srcOrd="3" destOrd="0" parTransId="{9491E137-9256-415A-858A-F7F5C1C5A936}" sibTransId="{A4512D4C-AC30-4769-A80D-5998986D3949}"/>
    <dgm:cxn modelId="{6A2C5BB4-53F8-4500-A7CC-E4C760678524}" srcId="{E69471D9-B70D-44FD-8148-8FFDC87DB393}" destId="{D4B9856D-6F6D-4AF5-B7CA-20501B8C1955}" srcOrd="0" destOrd="0" parTransId="{4CCF6E2F-5A54-4299-AC60-21B60E4E1E82}" sibTransId="{558E4834-48A1-4782-BA6C-DC1599DD06AE}"/>
    <dgm:cxn modelId="{145DDDC7-87B1-4D06-BB68-CD9322C4359D}" srcId="{E69471D9-B70D-44FD-8148-8FFDC87DB393}" destId="{C4C8946A-1BE3-481B-A153-1E4F9CD9F097}" srcOrd="1" destOrd="0" parTransId="{937CE854-6492-4828-9396-C29436ED8408}" sibTransId="{BA6F8181-6DF7-45E7-9797-4BA4BAF5E55A}"/>
    <dgm:cxn modelId="{583B78CA-EB34-344C-8A9C-9C64EC490D76}" type="presOf" srcId="{C4C8946A-1BE3-481B-A153-1E4F9CD9F097}" destId="{0282085E-C1C1-4F45-AAFB-3DE3A01EF6BB}" srcOrd="0" destOrd="0" presId="urn:microsoft.com/office/officeart/2005/8/layout/default"/>
    <dgm:cxn modelId="{E06D20EB-E4A1-43FE-A6F9-BB7D632E3C71}" srcId="{E69471D9-B70D-44FD-8148-8FFDC87DB393}" destId="{4EE9CB64-CD56-4202-B417-A9F5952C7A9B}" srcOrd="2" destOrd="0" parTransId="{250E1AC7-C9F0-4149-8032-6A4296C74305}" sibTransId="{30786006-08EE-479C-91A8-39BA6C9A5A0E}"/>
    <dgm:cxn modelId="{621B0AF5-E6F9-F844-A444-3D15CF5AE7DF}" type="presOf" srcId="{E69471D9-B70D-44FD-8148-8FFDC87DB393}" destId="{E55B1A23-FCF7-684E-929E-C4D8F1E6D362}" srcOrd="0" destOrd="0" presId="urn:microsoft.com/office/officeart/2005/8/layout/default"/>
    <dgm:cxn modelId="{5E887810-DE57-7C4E-806E-60A82509164C}" type="presParOf" srcId="{E55B1A23-FCF7-684E-929E-C4D8F1E6D362}" destId="{0FE605BF-1E8E-2F4F-8ABE-63A91B86E53F}" srcOrd="0" destOrd="0" presId="urn:microsoft.com/office/officeart/2005/8/layout/default"/>
    <dgm:cxn modelId="{5330B035-173C-3C44-A8F1-F11125A9ECE5}" type="presParOf" srcId="{E55B1A23-FCF7-684E-929E-C4D8F1E6D362}" destId="{B7747779-D8F3-7542-8E70-0698A0CF7AE7}" srcOrd="1" destOrd="0" presId="urn:microsoft.com/office/officeart/2005/8/layout/default"/>
    <dgm:cxn modelId="{239AA797-0E77-AB41-BB02-2C444B6CCFD8}" type="presParOf" srcId="{E55B1A23-FCF7-684E-929E-C4D8F1E6D362}" destId="{0282085E-C1C1-4F45-AAFB-3DE3A01EF6BB}" srcOrd="2" destOrd="0" presId="urn:microsoft.com/office/officeart/2005/8/layout/default"/>
    <dgm:cxn modelId="{7231576A-8D4C-FB4E-8FB4-3BC2F97CB3C1}" type="presParOf" srcId="{E55B1A23-FCF7-684E-929E-C4D8F1E6D362}" destId="{95937AEF-6153-0D48-BAD5-12D4813325C4}" srcOrd="3" destOrd="0" presId="urn:microsoft.com/office/officeart/2005/8/layout/default"/>
    <dgm:cxn modelId="{2792D668-F9D0-244E-90DE-FB71706345D6}" type="presParOf" srcId="{E55B1A23-FCF7-684E-929E-C4D8F1E6D362}" destId="{05768642-9007-6D4C-BDDF-5332F91F1708}" srcOrd="4" destOrd="0" presId="urn:microsoft.com/office/officeart/2005/8/layout/default"/>
    <dgm:cxn modelId="{638A2E03-59AE-0E46-8E44-BC873C1501E7}" type="presParOf" srcId="{E55B1A23-FCF7-684E-929E-C4D8F1E6D362}" destId="{48D581FB-4346-4343-B673-F73DB01252CA}" srcOrd="5" destOrd="0" presId="urn:microsoft.com/office/officeart/2005/8/layout/default"/>
    <dgm:cxn modelId="{9EE76095-D457-F442-B095-5FEFFCDB71F7}" type="presParOf" srcId="{E55B1A23-FCF7-684E-929E-C4D8F1E6D362}" destId="{7D4189E9-6E13-3949-8C5D-BDCF9579C57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81893DA-A1BA-44AD-AE01-0F3CD1D002F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2FB12AB-0253-41D0-945B-413BB8362DF8}">
      <dgm:prSet/>
      <dgm:spPr/>
      <dgm:t>
        <a:bodyPr/>
        <a:lstStyle/>
        <a:p>
          <a:pPr>
            <a:defRPr cap="all"/>
          </a:pPr>
          <a:r>
            <a:rPr lang="en-US"/>
            <a:t>Summarize articles</a:t>
          </a:r>
        </a:p>
      </dgm:t>
    </dgm:pt>
    <dgm:pt modelId="{5866A8C8-7497-49BF-9B55-21E980E1A607}" type="parTrans" cxnId="{98FBF16D-C96A-4C4E-AB6E-6A2A50E01075}">
      <dgm:prSet/>
      <dgm:spPr/>
      <dgm:t>
        <a:bodyPr/>
        <a:lstStyle/>
        <a:p>
          <a:endParaRPr lang="en-US"/>
        </a:p>
      </dgm:t>
    </dgm:pt>
    <dgm:pt modelId="{CB364EA4-3864-404C-A82C-56A8DC184BC5}" type="sibTrans" cxnId="{98FBF16D-C96A-4C4E-AB6E-6A2A50E01075}">
      <dgm:prSet/>
      <dgm:spPr/>
      <dgm:t>
        <a:bodyPr/>
        <a:lstStyle/>
        <a:p>
          <a:endParaRPr lang="en-US"/>
        </a:p>
      </dgm:t>
    </dgm:pt>
    <dgm:pt modelId="{EFFC4811-A3EB-4456-AE37-24AA575D7FB1}">
      <dgm:prSet/>
      <dgm:spPr/>
      <dgm:t>
        <a:bodyPr/>
        <a:lstStyle/>
        <a:p>
          <a:pPr>
            <a:defRPr cap="all"/>
          </a:pPr>
          <a:r>
            <a:rPr lang="en-US"/>
            <a:t>Literature outlines</a:t>
          </a:r>
        </a:p>
      </dgm:t>
    </dgm:pt>
    <dgm:pt modelId="{8DCD9CCE-82D3-4E7A-8584-B8CFFDE788FA}" type="parTrans" cxnId="{A2191D36-FCBA-498D-8FF7-B89DC9BB4B01}">
      <dgm:prSet/>
      <dgm:spPr/>
      <dgm:t>
        <a:bodyPr/>
        <a:lstStyle/>
        <a:p>
          <a:endParaRPr lang="en-US"/>
        </a:p>
      </dgm:t>
    </dgm:pt>
    <dgm:pt modelId="{6042A1ED-EDF8-4A51-99A5-69055848794D}" type="sibTrans" cxnId="{A2191D36-FCBA-498D-8FF7-B89DC9BB4B01}">
      <dgm:prSet/>
      <dgm:spPr/>
      <dgm:t>
        <a:bodyPr/>
        <a:lstStyle/>
        <a:p>
          <a:endParaRPr lang="en-US"/>
        </a:p>
      </dgm:t>
    </dgm:pt>
    <dgm:pt modelId="{5693C0FA-1D86-4321-BFAB-4CE853E1206C}">
      <dgm:prSet/>
      <dgm:spPr/>
      <dgm:t>
        <a:bodyPr/>
        <a:lstStyle/>
        <a:p>
          <a:pPr>
            <a:defRPr cap="all"/>
          </a:pPr>
          <a:r>
            <a:rPr lang="en-US"/>
            <a:t>Refine questions</a:t>
          </a:r>
        </a:p>
      </dgm:t>
    </dgm:pt>
    <dgm:pt modelId="{C4BA853E-9599-4317-9EC9-91D6904D4122}" type="parTrans" cxnId="{37D71FA5-341D-4987-AEB7-5B2D2C7977E0}">
      <dgm:prSet/>
      <dgm:spPr/>
      <dgm:t>
        <a:bodyPr/>
        <a:lstStyle/>
        <a:p>
          <a:endParaRPr lang="en-US"/>
        </a:p>
      </dgm:t>
    </dgm:pt>
    <dgm:pt modelId="{53D8DAF5-BCE6-4B15-A40D-1F6941840A08}" type="sibTrans" cxnId="{37D71FA5-341D-4987-AEB7-5B2D2C7977E0}">
      <dgm:prSet/>
      <dgm:spPr/>
      <dgm:t>
        <a:bodyPr/>
        <a:lstStyle/>
        <a:p>
          <a:endParaRPr lang="en-US"/>
        </a:p>
      </dgm:t>
    </dgm:pt>
    <dgm:pt modelId="{88C1C376-E225-4F6D-ACE8-D5B9F91E4DF8}" type="pres">
      <dgm:prSet presAssocID="{281893DA-A1BA-44AD-AE01-0F3CD1D002F7}" presName="root" presStyleCnt="0">
        <dgm:presLayoutVars>
          <dgm:dir/>
          <dgm:resizeHandles val="exact"/>
        </dgm:presLayoutVars>
      </dgm:prSet>
      <dgm:spPr/>
    </dgm:pt>
    <dgm:pt modelId="{D84EA603-18CE-45C4-BCA9-25209813CE5C}" type="pres">
      <dgm:prSet presAssocID="{E2FB12AB-0253-41D0-945B-413BB8362DF8}" presName="compNode" presStyleCnt="0"/>
      <dgm:spPr/>
    </dgm:pt>
    <dgm:pt modelId="{D1E82F4E-0868-4801-82BC-FC60060B4B53}" type="pres">
      <dgm:prSet presAssocID="{E2FB12AB-0253-41D0-945B-413BB8362DF8}" presName="iconBgRect" presStyleLbl="bgShp" presStyleIdx="0" presStyleCnt="3"/>
      <dgm:spPr/>
    </dgm:pt>
    <dgm:pt modelId="{73C56E69-5D53-4875-82D1-EC5F6B5C3F7C}" type="pres">
      <dgm:prSet presAssocID="{E2FB12AB-0253-41D0-945B-413BB8362DF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BD4A4FD-63B6-4630-9755-F04906F962FC}" type="pres">
      <dgm:prSet presAssocID="{E2FB12AB-0253-41D0-945B-413BB8362DF8}" presName="spaceRect" presStyleCnt="0"/>
      <dgm:spPr/>
    </dgm:pt>
    <dgm:pt modelId="{6FA8A61D-847B-47A6-9228-5848E89FF537}" type="pres">
      <dgm:prSet presAssocID="{E2FB12AB-0253-41D0-945B-413BB8362DF8}" presName="textRect" presStyleLbl="revTx" presStyleIdx="0" presStyleCnt="3">
        <dgm:presLayoutVars>
          <dgm:chMax val="1"/>
          <dgm:chPref val="1"/>
        </dgm:presLayoutVars>
      </dgm:prSet>
      <dgm:spPr/>
    </dgm:pt>
    <dgm:pt modelId="{AFF8B465-45A3-4A30-9548-09AF4106553D}" type="pres">
      <dgm:prSet presAssocID="{CB364EA4-3864-404C-A82C-56A8DC184BC5}" presName="sibTrans" presStyleCnt="0"/>
      <dgm:spPr/>
    </dgm:pt>
    <dgm:pt modelId="{0F354EB8-D280-444B-87D9-55BC4A38F754}" type="pres">
      <dgm:prSet presAssocID="{EFFC4811-A3EB-4456-AE37-24AA575D7FB1}" presName="compNode" presStyleCnt="0"/>
      <dgm:spPr/>
    </dgm:pt>
    <dgm:pt modelId="{F47999FC-04DA-4695-AA1E-C90446735972}" type="pres">
      <dgm:prSet presAssocID="{EFFC4811-A3EB-4456-AE37-24AA575D7FB1}" presName="iconBgRect" presStyleLbl="bgShp" presStyleIdx="1" presStyleCnt="3"/>
      <dgm:spPr/>
    </dgm:pt>
    <dgm:pt modelId="{D468F533-15B3-466D-8F79-E3F10FEEEDF3}" type="pres">
      <dgm:prSet presAssocID="{EFFC4811-A3EB-4456-AE37-24AA575D7FB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3AAEBAD-7D67-4E2F-970F-F0F8FCB5DA17}" type="pres">
      <dgm:prSet presAssocID="{EFFC4811-A3EB-4456-AE37-24AA575D7FB1}" presName="spaceRect" presStyleCnt="0"/>
      <dgm:spPr/>
    </dgm:pt>
    <dgm:pt modelId="{DE1CADDB-F0D0-4EFE-8977-AA61C22C5859}" type="pres">
      <dgm:prSet presAssocID="{EFFC4811-A3EB-4456-AE37-24AA575D7FB1}" presName="textRect" presStyleLbl="revTx" presStyleIdx="1" presStyleCnt="3">
        <dgm:presLayoutVars>
          <dgm:chMax val="1"/>
          <dgm:chPref val="1"/>
        </dgm:presLayoutVars>
      </dgm:prSet>
      <dgm:spPr/>
    </dgm:pt>
    <dgm:pt modelId="{14209287-9188-446A-BDD2-B248BCEDD767}" type="pres">
      <dgm:prSet presAssocID="{6042A1ED-EDF8-4A51-99A5-69055848794D}" presName="sibTrans" presStyleCnt="0"/>
      <dgm:spPr/>
    </dgm:pt>
    <dgm:pt modelId="{D27848DD-1132-4C68-B414-7C9610A50C01}" type="pres">
      <dgm:prSet presAssocID="{5693C0FA-1D86-4321-BFAB-4CE853E1206C}" presName="compNode" presStyleCnt="0"/>
      <dgm:spPr/>
    </dgm:pt>
    <dgm:pt modelId="{E7185927-5CEE-4A92-9FB6-CDB1FA93059B}" type="pres">
      <dgm:prSet presAssocID="{5693C0FA-1D86-4321-BFAB-4CE853E1206C}" presName="iconBgRect" presStyleLbl="bgShp" presStyleIdx="2" presStyleCnt="3"/>
      <dgm:spPr/>
    </dgm:pt>
    <dgm:pt modelId="{27F15BE5-0698-40DB-B513-28C0A0891ABA}" type="pres">
      <dgm:prSet presAssocID="{5693C0FA-1D86-4321-BFAB-4CE853E1206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CD348EFC-FC7F-4770-861B-8F8C262F4907}" type="pres">
      <dgm:prSet presAssocID="{5693C0FA-1D86-4321-BFAB-4CE853E1206C}" presName="spaceRect" presStyleCnt="0"/>
      <dgm:spPr/>
    </dgm:pt>
    <dgm:pt modelId="{8DD7B45F-2D3D-4FDC-AD09-7401A61CA76D}" type="pres">
      <dgm:prSet presAssocID="{5693C0FA-1D86-4321-BFAB-4CE853E1206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2191D36-FCBA-498D-8FF7-B89DC9BB4B01}" srcId="{281893DA-A1BA-44AD-AE01-0F3CD1D002F7}" destId="{EFFC4811-A3EB-4456-AE37-24AA575D7FB1}" srcOrd="1" destOrd="0" parTransId="{8DCD9CCE-82D3-4E7A-8584-B8CFFDE788FA}" sibTransId="{6042A1ED-EDF8-4A51-99A5-69055848794D}"/>
    <dgm:cxn modelId="{10AA6548-52C5-4EC6-B916-92AD5565A36D}" type="presOf" srcId="{5693C0FA-1D86-4321-BFAB-4CE853E1206C}" destId="{8DD7B45F-2D3D-4FDC-AD09-7401A61CA76D}" srcOrd="0" destOrd="0" presId="urn:microsoft.com/office/officeart/2018/5/layout/IconCircleLabelList"/>
    <dgm:cxn modelId="{5B3AAC56-454A-48C9-BA36-81CE92422DD7}" type="presOf" srcId="{EFFC4811-A3EB-4456-AE37-24AA575D7FB1}" destId="{DE1CADDB-F0D0-4EFE-8977-AA61C22C5859}" srcOrd="0" destOrd="0" presId="urn:microsoft.com/office/officeart/2018/5/layout/IconCircleLabelList"/>
    <dgm:cxn modelId="{98FBF16D-C96A-4C4E-AB6E-6A2A50E01075}" srcId="{281893DA-A1BA-44AD-AE01-0F3CD1D002F7}" destId="{E2FB12AB-0253-41D0-945B-413BB8362DF8}" srcOrd="0" destOrd="0" parTransId="{5866A8C8-7497-49BF-9B55-21E980E1A607}" sibTransId="{CB364EA4-3864-404C-A82C-56A8DC184BC5}"/>
    <dgm:cxn modelId="{65594E87-30EF-4D7D-BFFA-5CD6116E9B2B}" type="presOf" srcId="{281893DA-A1BA-44AD-AE01-0F3CD1D002F7}" destId="{88C1C376-E225-4F6D-ACE8-D5B9F91E4DF8}" srcOrd="0" destOrd="0" presId="urn:microsoft.com/office/officeart/2018/5/layout/IconCircleLabelList"/>
    <dgm:cxn modelId="{AE7CAF94-3891-478B-B02C-246A55404D86}" type="presOf" srcId="{E2FB12AB-0253-41D0-945B-413BB8362DF8}" destId="{6FA8A61D-847B-47A6-9228-5848E89FF537}" srcOrd="0" destOrd="0" presId="urn:microsoft.com/office/officeart/2018/5/layout/IconCircleLabelList"/>
    <dgm:cxn modelId="{37D71FA5-341D-4987-AEB7-5B2D2C7977E0}" srcId="{281893DA-A1BA-44AD-AE01-0F3CD1D002F7}" destId="{5693C0FA-1D86-4321-BFAB-4CE853E1206C}" srcOrd="2" destOrd="0" parTransId="{C4BA853E-9599-4317-9EC9-91D6904D4122}" sibTransId="{53D8DAF5-BCE6-4B15-A40D-1F6941840A08}"/>
    <dgm:cxn modelId="{EFBE9A4C-CC6A-4B71-891F-1A2BB1F37AF9}" type="presParOf" srcId="{88C1C376-E225-4F6D-ACE8-D5B9F91E4DF8}" destId="{D84EA603-18CE-45C4-BCA9-25209813CE5C}" srcOrd="0" destOrd="0" presId="urn:microsoft.com/office/officeart/2018/5/layout/IconCircleLabelList"/>
    <dgm:cxn modelId="{19293A1D-8A59-40AE-844D-64AB1AD292AE}" type="presParOf" srcId="{D84EA603-18CE-45C4-BCA9-25209813CE5C}" destId="{D1E82F4E-0868-4801-82BC-FC60060B4B53}" srcOrd="0" destOrd="0" presId="urn:microsoft.com/office/officeart/2018/5/layout/IconCircleLabelList"/>
    <dgm:cxn modelId="{4B366CDA-E5E6-4E01-A5E9-777BB6948318}" type="presParOf" srcId="{D84EA603-18CE-45C4-BCA9-25209813CE5C}" destId="{73C56E69-5D53-4875-82D1-EC5F6B5C3F7C}" srcOrd="1" destOrd="0" presId="urn:microsoft.com/office/officeart/2018/5/layout/IconCircleLabelList"/>
    <dgm:cxn modelId="{7B7ED38A-2B37-4C7B-BB7C-956192451E2A}" type="presParOf" srcId="{D84EA603-18CE-45C4-BCA9-25209813CE5C}" destId="{7BD4A4FD-63B6-4630-9755-F04906F962FC}" srcOrd="2" destOrd="0" presId="urn:microsoft.com/office/officeart/2018/5/layout/IconCircleLabelList"/>
    <dgm:cxn modelId="{B61DA45F-6C9C-4F0B-9060-8F366597D94F}" type="presParOf" srcId="{D84EA603-18CE-45C4-BCA9-25209813CE5C}" destId="{6FA8A61D-847B-47A6-9228-5848E89FF537}" srcOrd="3" destOrd="0" presId="urn:microsoft.com/office/officeart/2018/5/layout/IconCircleLabelList"/>
    <dgm:cxn modelId="{6B1589DD-2C1B-47A5-89D3-BCE31EF48E4D}" type="presParOf" srcId="{88C1C376-E225-4F6D-ACE8-D5B9F91E4DF8}" destId="{AFF8B465-45A3-4A30-9548-09AF4106553D}" srcOrd="1" destOrd="0" presId="urn:microsoft.com/office/officeart/2018/5/layout/IconCircleLabelList"/>
    <dgm:cxn modelId="{2374B144-9966-4909-A477-4B4FA07CC84A}" type="presParOf" srcId="{88C1C376-E225-4F6D-ACE8-D5B9F91E4DF8}" destId="{0F354EB8-D280-444B-87D9-55BC4A38F754}" srcOrd="2" destOrd="0" presId="urn:microsoft.com/office/officeart/2018/5/layout/IconCircleLabelList"/>
    <dgm:cxn modelId="{49C6A2CE-86C2-4F13-BC9F-6F10562B9A33}" type="presParOf" srcId="{0F354EB8-D280-444B-87D9-55BC4A38F754}" destId="{F47999FC-04DA-4695-AA1E-C90446735972}" srcOrd="0" destOrd="0" presId="urn:microsoft.com/office/officeart/2018/5/layout/IconCircleLabelList"/>
    <dgm:cxn modelId="{A6FBC9A7-39B3-495F-B369-38C44B6FD61F}" type="presParOf" srcId="{0F354EB8-D280-444B-87D9-55BC4A38F754}" destId="{D468F533-15B3-466D-8F79-E3F10FEEEDF3}" srcOrd="1" destOrd="0" presId="urn:microsoft.com/office/officeart/2018/5/layout/IconCircleLabelList"/>
    <dgm:cxn modelId="{1B51AF63-2C9C-4C71-92F0-59B7C3DD37F1}" type="presParOf" srcId="{0F354EB8-D280-444B-87D9-55BC4A38F754}" destId="{B3AAEBAD-7D67-4E2F-970F-F0F8FCB5DA17}" srcOrd="2" destOrd="0" presId="urn:microsoft.com/office/officeart/2018/5/layout/IconCircleLabelList"/>
    <dgm:cxn modelId="{00D9CB80-DDDD-489B-9E74-6D6496C24B32}" type="presParOf" srcId="{0F354EB8-D280-444B-87D9-55BC4A38F754}" destId="{DE1CADDB-F0D0-4EFE-8977-AA61C22C5859}" srcOrd="3" destOrd="0" presId="urn:microsoft.com/office/officeart/2018/5/layout/IconCircleLabelList"/>
    <dgm:cxn modelId="{49792CE2-85C9-4281-B9E3-4B87779AC0B8}" type="presParOf" srcId="{88C1C376-E225-4F6D-ACE8-D5B9F91E4DF8}" destId="{14209287-9188-446A-BDD2-B248BCEDD767}" srcOrd="3" destOrd="0" presId="urn:microsoft.com/office/officeart/2018/5/layout/IconCircleLabelList"/>
    <dgm:cxn modelId="{6528D28B-5D31-495C-B231-641AC47BE997}" type="presParOf" srcId="{88C1C376-E225-4F6D-ACE8-D5B9F91E4DF8}" destId="{D27848DD-1132-4C68-B414-7C9610A50C01}" srcOrd="4" destOrd="0" presId="urn:microsoft.com/office/officeart/2018/5/layout/IconCircleLabelList"/>
    <dgm:cxn modelId="{BCC8982B-0944-4AEC-84E6-C13569AC03DA}" type="presParOf" srcId="{D27848DD-1132-4C68-B414-7C9610A50C01}" destId="{E7185927-5CEE-4A92-9FB6-CDB1FA93059B}" srcOrd="0" destOrd="0" presId="urn:microsoft.com/office/officeart/2018/5/layout/IconCircleLabelList"/>
    <dgm:cxn modelId="{4923B9ED-BB60-4665-90D5-C9C233850984}" type="presParOf" srcId="{D27848DD-1132-4C68-B414-7C9610A50C01}" destId="{27F15BE5-0698-40DB-B513-28C0A0891ABA}" srcOrd="1" destOrd="0" presId="urn:microsoft.com/office/officeart/2018/5/layout/IconCircleLabelList"/>
    <dgm:cxn modelId="{21D0B5DF-CA49-4DC0-B07D-E57F4CF55439}" type="presParOf" srcId="{D27848DD-1132-4C68-B414-7C9610A50C01}" destId="{CD348EFC-FC7F-4770-861B-8F8C262F4907}" srcOrd="2" destOrd="0" presId="urn:microsoft.com/office/officeart/2018/5/layout/IconCircleLabelList"/>
    <dgm:cxn modelId="{DD5D0495-5031-4556-A834-E089720DAB9F}" type="presParOf" srcId="{D27848DD-1132-4C68-B414-7C9610A50C01}" destId="{8DD7B45F-2D3D-4FDC-AD09-7401A61CA76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678F59D-69D0-4744-BA68-1FBE624889E2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1BFA501-E073-401D-8626-0CE27622A1A0}">
      <dgm:prSet/>
      <dgm:spPr/>
      <dgm:t>
        <a:bodyPr/>
        <a:lstStyle/>
        <a:p>
          <a:r>
            <a:rPr lang="en-US"/>
            <a:t>Context: New literature review topic</a:t>
          </a:r>
        </a:p>
      </dgm:t>
    </dgm:pt>
    <dgm:pt modelId="{DEB97410-F598-46D3-9C45-F3DC1F3E553B}" type="parTrans" cxnId="{C5E5EA7E-8567-432A-9510-94D83D328AE2}">
      <dgm:prSet/>
      <dgm:spPr/>
      <dgm:t>
        <a:bodyPr/>
        <a:lstStyle/>
        <a:p>
          <a:endParaRPr lang="en-US"/>
        </a:p>
      </dgm:t>
    </dgm:pt>
    <dgm:pt modelId="{3F589E62-6D8F-408A-A4B3-08A2CED5B5D5}" type="sibTrans" cxnId="{C5E5EA7E-8567-432A-9510-94D83D328AE2}">
      <dgm:prSet/>
      <dgm:spPr/>
      <dgm:t>
        <a:bodyPr/>
        <a:lstStyle/>
        <a:p>
          <a:endParaRPr lang="en-US"/>
        </a:p>
      </dgm:t>
    </dgm:pt>
    <dgm:pt modelId="{B56FCF23-D2C3-41FE-B38F-8A94C9043345}">
      <dgm:prSet/>
      <dgm:spPr/>
      <dgm:t>
        <a:bodyPr/>
        <a:lstStyle/>
        <a:p>
          <a:r>
            <a:rPr lang="en-US"/>
            <a:t>Task: Identify themes + gaps</a:t>
          </a:r>
        </a:p>
      </dgm:t>
    </dgm:pt>
    <dgm:pt modelId="{8B9859D5-6FFD-4014-B56B-4B50E15FFD37}" type="parTrans" cxnId="{71C237E5-39A4-4A61-8AD7-2F67D8785237}">
      <dgm:prSet/>
      <dgm:spPr/>
      <dgm:t>
        <a:bodyPr/>
        <a:lstStyle/>
        <a:p>
          <a:endParaRPr lang="en-US"/>
        </a:p>
      </dgm:t>
    </dgm:pt>
    <dgm:pt modelId="{5DDD5A82-A32B-4848-B6D8-E54E345ED72D}" type="sibTrans" cxnId="{71C237E5-39A4-4A61-8AD7-2F67D8785237}">
      <dgm:prSet/>
      <dgm:spPr/>
      <dgm:t>
        <a:bodyPr/>
        <a:lstStyle/>
        <a:p>
          <a:endParaRPr lang="en-US"/>
        </a:p>
      </dgm:t>
    </dgm:pt>
    <dgm:pt modelId="{C87CA3A6-862A-4909-9A44-A4D2626F6D36}">
      <dgm:prSet/>
      <dgm:spPr/>
      <dgm:t>
        <a:bodyPr/>
        <a:lstStyle/>
        <a:p>
          <a:r>
            <a:rPr lang="en-US"/>
            <a:t>Challenge: Structured overview + questions</a:t>
          </a:r>
        </a:p>
      </dgm:t>
    </dgm:pt>
    <dgm:pt modelId="{FC9822D4-E7D0-4A12-8194-4A6910F3A577}" type="parTrans" cxnId="{2741AB95-9044-4A12-A946-CFE25E528F02}">
      <dgm:prSet/>
      <dgm:spPr/>
      <dgm:t>
        <a:bodyPr/>
        <a:lstStyle/>
        <a:p>
          <a:endParaRPr lang="en-US"/>
        </a:p>
      </dgm:t>
    </dgm:pt>
    <dgm:pt modelId="{DCE49E90-666B-4D98-BC53-50100B1E4B7E}" type="sibTrans" cxnId="{2741AB95-9044-4A12-A946-CFE25E528F02}">
      <dgm:prSet/>
      <dgm:spPr/>
      <dgm:t>
        <a:bodyPr/>
        <a:lstStyle/>
        <a:p>
          <a:endParaRPr lang="en-US"/>
        </a:p>
      </dgm:t>
    </dgm:pt>
    <dgm:pt modelId="{A53E8443-1BDE-4F64-B413-0BC7209D0BD1}">
      <dgm:prSet/>
      <dgm:spPr/>
      <dgm:t>
        <a:bodyPr/>
        <a:lstStyle/>
        <a:p>
          <a:r>
            <a:rPr lang="en-US"/>
            <a:t>Starter: Summarize research on [topic].</a:t>
          </a:r>
        </a:p>
      </dgm:t>
    </dgm:pt>
    <dgm:pt modelId="{A0C2F8E5-AF16-4E6D-8B3D-A2A129346082}" type="parTrans" cxnId="{9B1A7EB8-7B9E-4F79-A6E6-583ACB8E752A}">
      <dgm:prSet/>
      <dgm:spPr/>
      <dgm:t>
        <a:bodyPr/>
        <a:lstStyle/>
        <a:p>
          <a:endParaRPr lang="en-US"/>
        </a:p>
      </dgm:t>
    </dgm:pt>
    <dgm:pt modelId="{F3885BAB-92BE-40CD-AB8B-2ABD35333648}" type="sibTrans" cxnId="{9B1A7EB8-7B9E-4F79-A6E6-583ACB8E752A}">
      <dgm:prSet/>
      <dgm:spPr/>
      <dgm:t>
        <a:bodyPr/>
        <a:lstStyle/>
        <a:p>
          <a:endParaRPr lang="en-US"/>
        </a:p>
      </dgm:t>
    </dgm:pt>
    <dgm:pt modelId="{D8B8E124-ACE4-B141-9A39-F8E50BFED08E}" type="pres">
      <dgm:prSet presAssocID="{4678F59D-69D0-4744-BA68-1FBE624889E2}" presName="matrix" presStyleCnt="0">
        <dgm:presLayoutVars>
          <dgm:chMax val="1"/>
          <dgm:dir/>
          <dgm:resizeHandles val="exact"/>
        </dgm:presLayoutVars>
      </dgm:prSet>
      <dgm:spPr/>
    </dgm:pt>
    <dgm:pt modelId="{8FFDA4B8-89B3-2941-959A-3804B1D78E81}" type="pres">
      <dgm:prSet presAssocID="{4678F59D-69D0-4744-BA68-1FBE624889E2}" presName="diamond" presStyleLbl="bgShp" presStyleIdx="0" presStyleCnt="1"/>
      <dgm:spPr/>
    </dgm:pt>
    <dgm:pt modelId="{1C67FDDE-A9DB-B042-9456-EAFF529552D5}" type="pres">
      <dgm:prSet presAssocID="{4678F59D-69D0-4744-BA68-1FBE624889E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379E9F0-FD29-0E43-8C96-92D930F71B46}" type="pres">
      <dgm:prSet presAssocID="{4678F59D-69D0-4744-BA68-1FBE624889E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3ADE856-E20B-D842-A672-44613F3D21B4}" type="pres">
      <dgm:prSet presAssocID="{4678F59D-69D0-4744-BA68-1FBE624889E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9CC30C7-1AE6-1041-8A6F-19E4E4100B17}" type="pres">
      <dgm:prSet presAssocID="{4678F59D-69D0-4744-BA68-1FBE624889E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9D5250B-291F-C245-A234-DE795B130E2C}" type="presOf" srcId="{D1BFA501-E073-401D-8626-0CE27622A1A0}" destId="{1C67FDDE-A9DB-B042-9456-EAFF529552D5}" srcOrd="0" destOrd="0" presId="urn:microsoft.com/office/officeart/2005/8/layout/matrix3"/>
    <dgm:cxn modelId="{3B7F6919-BA6F-FA43-860B-85619C2FCB2C}" type="presOf" srcId="{C87CA3A6-862A-4909-9A44-A4D2626F6D36}" destId="{93ADE856-E20B-D842-A672-44613F3D21B4}" srcOrd="0" destOrd="0" presId="urn:microsoft.com/office/officeart/2005/8/layout/matrix3"/>
    <dgm:cxn modelId="{453DB86D-AD98-8F4E-9D39-A6966B186811}" type="presOf" srcId="{A53E8443-1BDE-4F64-B413-0BC7209D0BD1}" destId="{49CC30C7-1AE6-1041-8A6F-19E4E4100B17}" srcOrd="0" destOrd="0" presId="urn:microsoft.com/office/officeart/2005/8/layout/matrix3"/>
    <dgm:cxn modelId="{A7204978-7031-6544-9088-230D1D756817}" type="presOf" srcId="{B56FCF23-D2C3-41FE-B38F-8A94C9043345}" destId="{4379E9F0-FD29-0E43-8C96-92D930F71B46}" srcOrd="0" destOrd="0" presId="urn:microsoft.com/office/officeart/2005/8/layout/matrix3"/>
    <dgm:cxn modelId="{C5E5EA7E-8567-432A-9510-94D83D328AE2}" srcId="{4678F59D-69D0-4744-BA68-1FBE624889E2}" destId="{D1BFA501-E073-401D-8626-0CE27622A1A0}" srcOrd="0" destOrd="0" parTransId="{DEB97410-F598-46D3-9C45-F3DC1F3E553B}" sibTransId="{3F589E62-6D8F-408A-A4B3-08A2CED5B5D5}"/>
    <dgm:cxn modelId="{2741AB95-9044-4A12-A946-CFE25E528F02}" srcId="{4678F59D-69D0-4744-BA68-1FBE624889E2}" destId="{C87CA3A6-862A-4909-9A44-A4D2626F6D36}" srcOrd="2" destOrd="0" parTransId="{FC9822D4-E7D0-4A12-8194-4A6910F3A577}" sibTransId="{DCE49E90-666B-4D98-BC53-50100B1E4B7E}"/>
    <dgm:cxn modelId="{9B1A7EB8-7B9E-4F79-A6E6-583ACB8E752A}" srcId="{4678F59D-69D0-4744-BA68-1FBE624889E2}" destId="{A53E8443-1BDE-4F64-B413-0BC7209D0BD1}" srcOrd="3" destOrd="0" parTransId="{A0C2F8E5-AF16-4E6D-8B3D-A2A129346082}" sibTransId="{F3885BAB-92BE-40CD-AB8B-2ABD35333648}"/>
    <dgm:cxn modelId="{71C237E5-39A4-4A61-8AD7-2F67D8785237}" srcId="{4678F59D-69D0-4744-BA68-1FBE624889E2}" destId="{B56FCF23-D2C3-41FE-B38F-8A94C9043345}" srcOrd="1" destOrd="0" parTransId="{8B9859D5-6FFD-4014-B56B-4B50E15FFD37}" sibTransId="{5DDD5A82-A32B-4848-B6D8-E54E345ED72D}"/>
    <dgm:cxn modelId="{B56FC4F4-8961-CA4C-9A4E-68FE4B4D5F8A}" type="presOf" srcId="{4678F59D-69D0-4744-BA68-1FBE624889E2}" destId="{D8B8E124-ACE4-B141-9A39-F8E50BFED08E}" srcOrd="0" destOrd="0" presId="urn:microsoft.com/office/officeart/2005/8/layout/matrix3"/>
    <dgm:cxn modelId="{D7E658EC-C337-EB40-BF3A-78DF6EA3AF25}" type="presParOf" srcId="{D8B8E124-ACE4-B141-9A39-F8E50BFED08E}" destId="{8FFDA4B8-89B3-2941-959A-3804B1D78E81}" srcOrd="0" destOrd="0" presId="urn:microsoft.com/office/officeart/2005/8/layout/matrix3"/>
    <dgm:cxn modelId="{0FE8BE32-491D-A64B-B9CB-BAA377A12875}" type="presParOf" srcId="{D8B8E124-ACE4-B141-9A39-F8E50BFED08E}" destId="{1C67FDDE-A9DB-B042-9456-EAFF529552D5}" srcOrd="1" destOrd="0" presId="urn:microsoft.com/office/officeart/2005/8/layout/matrix3"/>
    <dgm:cxn modelId="{759CE060-33A0-1E43-81D6-23D21F1294BC}" type="presParOf" srcId="{D8B8E124-ACE4-B141-9A39-F8E50BFED08E}" destId="{4379E9F0-FD29-0E43-8C96-92D930F71B46}" srcOrd="2" destOrd="0" presId="urn:microsoft.com/office/officeart/2005/8/layout/matrix3"/>
    <dgm:cxn modelId="{38765980-5EFC-394B-8E45-BE57E5517E94}" type="presParOf" srcId="{D8B8E124-ACE4-B141-9A39-F8E50BFED08E}" destId="{93ADE856-E20B-D842-A672-44613F3D21B4}" srcOrd="3" destOrd="0" presId="urn:microsoft.com/office/officeart/2005/8/layout/matrix3"/>
    <dgm:cxn modelId="{E3406223-A562-5044-9AF9-9C8D9F303D47}" type="presParOf" srcId="{D8B8E124-ACE4-B141-9A39-F8E50BFED08E}" destId="{49CC30C7-1AE6-1041-8A6F-19E4E4100B1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79ED463-4E83-4E7C-9ACF-65F816F1DCA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2B71E00-4CC7-48CD-8A8F-0E4E54DC4378}">
      <dgm:prSet/>
      <dgm:spPr/>
      <dgm:t>
        <a:bodyPr/>
        <a:lstStyle/>
        <a:p>
          <a:pPr>
            <a:defRPr cap="all"/>
          </a:pPr>
          <a:r>
            <a:rPr lang="en-US"/>
            <a:t>Draft emails</a:t>
          </a:r>
        </a:p>
      </dgm:t>
    </dgm:pt>
    <dgm:pt modelId="{E0A1A3C2-5CE2-43A5-A745-09EC08A59BA6}" type="parTrans" cxnId="{BBCE8549-0ED4-47FE-B1B8-623D80D218D8}">
      <dgm:prSet/>
      <dgm:spPr/>
      <dgm:t>
        <a:bodyPr/>
        <a:lstStyle/>
        <a:p>
          <a:endParaRPr lang="en-US"/>
        </a:p>
      </dgm:t>
    </dgm:pt>
    <dgm:pt modelId="{93D62D27-C902-4111-8B50-787A907FFAAE}" type="sibTrans" cxnId="{BBCE8549-0ED4-47FE-B1B8-623D80D218D8}">
      <dgm:prSet/>
      <dgm:spPr/>
      <dgm:t>
        <a:bodyPr/>
        <a:lstStyle/>
        <a:p>
          <a:endParaRPr lang="en-US"/>
        </a:p>
      </dgm:t>
    </dgm:pt>
    <dgm:pt modelId="{5262FF97-E51D-4470-8352-2E45262414AF}">
      <dgm:prSet/>
      <dgm:spPr/>
      <dgm:t>
        <a:bodyPr/>
        <a:lstStyle/>
        <a:p>
          <a:pPr>
            <a:defRPr cap="all"/>
          </a:pPr>
          <a:r>
            <a:rPr lang="en-US"/>
            <a:t>Create rubrics</a:t>
          </a:r>
        </a:p>
      </dgm:t>
    </dgm:pt>
    <dgm:pt modelId="{D1B1733E-1CBC-4FBC-8765-88C934C99237}" type="parTrans" cxnId="{5B75B6C1-CB2E-4323-AB23-46870AA2E58A}">
      <dgm:prSet/>
      <dgm:spPr/>
      <dgm:t>
        <a:bodyPr/>
        <a:lstStyle/>
        <a:p>
          <a:endParaRPr lang="en-US"/>
        </a:p>
      </dgm:t>
    </dgm:pt>
    <dgm:pt modelId="{EC2CF8C8-21CF-4255-AD76-C3A2B01942CC}" type="sibTrans" cxnId="{5B75B6C1-CB2E-4323-AB23-46870AA2E58A}">
      <dgm:prSet/>
      <dgm:spPr/>
      <dgm:t>
        <a:bodyPr/>
        <a:lstStyle/>
        <a:p>
          <a:endParaRPr lang="en-US"/>
        </a:p>
      </dgm:t>
    </dgm:pt>
    <dgm:pt modelId="{0277099C-9CE3-4A3A-A1BE-2D728171A76F}">
      <dgm:prSet/>
      <dgm:spPr/>
      <dgm:t>
        <a:bodyPr/>
        <a:lstStyle/>
        <a:p>
          <a:pPr>
            <a:defRPr cap="all"/>
          </a:pPr>
          <a:r>
            <a:rPr lang="en-US"/>
            <a:t>Design materials</a:t>
          </a:r>
        </a:p>
      </dgm:t>
    </dgm:pt>
    <dgm:pt modelId="{DD69DF81-5001-44B2-B043-FABA661E8355}" type="parTrans" cxnId="{869AA17F-B43B-425C-883A-34D5FFB2D46D}">
      <dgm:prSet/>
      <dgm:spPr/>
      <dgm:t>
        <a:bodyPr/>
        <a:lstStyle/>
        <a:p>
          <a:endParaRPr lang="en-US"/>
        </a:p>
      </dgm:t>
    </dgm:pt>
    <dgm:pt modelId="{E517C73D-C582-4B23-AA2C-DD044C3F2EB4}" type="sibTrans" cxnId="{869AA17F-B43B-425C-883A-34D5FFB2D46D}">
      <dgm:prSet/>
      <dgm:spPr/>
      <dgm:t>
        <a:bodyPr/>
        <a:lstStyle/>
        <a:p>
          <a:endParaRPr lang="en-US"/>
        </a:p>
      </dgm:t>
    </dgm:pt>
    <dgm:pt modelId="{4F0D8FDF-615D-4FD0-8749-EF59355F0245}" type="pres">
      <dgm:prSet presAssocID="{079ED463-4E83-4E7C-9ACF-65F816F1DCA0}" presName="root" presStyleCnt="0">
        <dgm:presLayoutVars>
          <dgm:dir/>
          <dgm:resizeHandles val="exact"/>
        </dgm:presLayoutVars>
      </dgm:prSet>
      <dgm:spPr/>
    </dgm:pt>
    <dgm:pt modelId="{543CBF16-9944-4C54-BE72-98B86BE70B16}" type="pres">
      <dgm:prSet presAssocID="{72B71E00-4CC7-48CD-8A8F-0E4E54DC4378}" presName="compNode" presStyleCnt="0"/>
      <dgm:spPr/>
    </dgm:pt>
    <dgm:pt modelId="{407D41A8-69BB-457F-8F41-59EB8E77EB21}" type="pres">
      <dgm:prSet presAssocID="{72B71E00-4CC7-48CD-8A8F-0E4E54DC4378}" presName="iconBgRect" presStyleLbl="bgShp" presStyleIdx="0" presStyleCnt="3"/>
      <dgm:spPr/>
    </dgm:pt>
    <dgm:pt modelId="{DED21F26-1A19-4F2E-A109-3E26F0E41AE2}" type="pres">
      <dgm:prSet presAssocID="{72B71E00-4CC7-48CD-8A8F-0E4E54DC437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4E5636E7-71E7-424F-96F6-9AF61B3203E0}" type="pres">
      <dgm:prSet presAssocID="{72B71E00-4CC7-48CD-8A8F-0E4E54DC4378}" presName="spaceRect" presStyleCnt="0"/>
      <dgm:spPr/>
    </dgm:pt>
    <dgm:pt modelId="{841A1211-51CC-49C1-AB07-087D6DA82C16}" type="pres">
      <dgm:prSet presAssocID="{72B71E00-4CC7-48CD-8A8F-0E4E54DC4378}" presName="textRect" presStyleLbl="revTx" presStyleIdx="0" presStyleCnt="3">
        <dgm:presLayoutVars>
          <dgm:chMax val="1"/>
          <dgm:chPref val="1"/>
        </dgm:presLayoutVars>
      </dgm:prSet>
      <dgm:spPr/>
    </dgm:pt>
    <dgm:pt modelId="{DF48B731-D85E-4321-AFBC-CE01393B794B}" type="pres">
      <dgm:prSet presAssocID="{93D62D27-C902-4111-8B50-787A907FFAAE}" presName="sibTrans" presStyleCnt="0"/>
      <dgm:spPr/>
    </dgm:pt>
    <dgm:pt modelId="{693300EA-3844-4C16-9656-F1C58A51C01B}" type="pres">
      <dgm:prSet presAssocID="{5262FF97-E51D-4470-8352-2E45262414AF}" presName="compNode" presStyleCnt="0"/>
      <dgm:spPr/>
    </dgm:pt>
    <dgm:pt modelId="{4FA7DEC3-B30B-46E1-97C7-D9AC99E85CAD}" type="pres">
      <dgm:prSet presAssocID="{5262FF97-E51D-4470-8352-2E45262414AF}" presName="iconBgRect" presStyleLbl="bgShp" presStyleIdx="1" presStyleCnt="3"/>
      <dgm:spPr/>
    </dgm:pt>
    <dgm:pt modelId="{BA9C6FA4-CCD5-4043-AA80-B8A3169D8516}" type="pres">
      <dgm:prSet presAssocID="{5262FF97-E51D-4470-8352-2E45262414A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66593CFB-A82D-46C4-AE0C-975C58F8DA34}" type="pres">
      <dgm:prSet presAssocID="{5262FF97-E51D-4470-8352-2E45262414AF}" presName="spaceRect" presStyleCnt="0"/>
      <dgm:spPr/>
    </dgm:pt>
    <dgm:pt modelId="{0D84FEAD-BAC0-4519-8F88-6F79FECE9CE6}" type="pres">
      <dgm:prSet presAssocID="{5262FF97-E51D-4470-8352-2E45262414AF}" presName="textRect" presStyleLbl="revTx" presStyleIdx="1" presStyleCnt="3">
        <dgm:presLayoutVars>
          <dgm:chMax val="1"/>
          <dgm:chPref val="1"/>
        </dgm:presLayoutVars>
      </dgm:prSet>
      <dgm:spPr/>
    </dgm:pt>
    <dgm:pt modelId="{B48A39E4-1659-455D-AA4B-4D6AB90F50E4}" type="pres">
      <dgm:prSet presAssocID="{EC2CF8C8-21CF-4255-AD76-C3A2B01942CC}" presName="sibTrans" presStyleCnt="0"/>
      <dgm:spPr/>
    </dgm:pt>
    <dgm:pt modelId="{20E7B261-B67A-4935-8C9B-B9A2B3DE40B9}" type="pres">
      <dgm:prSet presAssocID="{0277099C-9CE3-4A3A-A1BE-2D728171A76F}" presName="compNode" presStyleCnt="0"/>
      <dgm:spPr/>
    </dgm:pt>
    <dgm:pt modelId="{10A0736C-BF2D-40CD-8940-C1F456EB8994}" type="pres">
      <dgm:prSet presAssocID="{0277099C-9CE3-4A3A-A1BE-2D728171A76F}" presName="iconBgRect" presStyleLbl="bgShp" presStyleIdx="2" presStyleCnt="3"/>
      <dgm:spPr/>
    </dgm:pt>
    <dgm:pt modelId="{078ACC8E-955B-4DAB-91E9-E3F3A75A08DE}" type="pres">
      <dgm:prSet presAssocID="{0277099C-9CE3-4A3A-A1BE-2D728171A76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635264D7-B6CD-4ABD-8746-BD2BF0CBFE2D}" type="pres">
      <dgm:prSet presAssocID="{0277099C-9CE3-4A3A-A1BE-2D728171A76F}" presName="spaceRect" presStyleCnt="0"/>
      <dgm:spPr/>
    </dgm:pt>
    <dgm:pt modelId="{0509708D-AEF9-4886-901F-FF9E3117378D}" type="pres">
      <dgm:prSet presAssocID="{0277099C-9CE3-4A3A-A1BE-2D728171A76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BCE8549-0ED4-47FE-B1B8-623D80D218D8}" srcId="{079ED463-4E83-4E7C-9ACF-65F816F1DCA0}" destId="{72B71E00-4CC7-48CD-8A8F-0E4E54DC4378}" srcOrd="0" destOrd="0" parTransId="{E0A1A3C2-5CE2-43A5-A745-09EC08A59BA6}" sibTransId="{93D62D27-C902-4111-8B50-787A907FFAAE}"/>
    <dgm:cxn modelId="{869AA17F-B43B-425C-883A-34D5FFB2D46D}" srcId="{079ED463-4E83-4E7C-9ACF-65F816F1DCA0}" destId="{0277099C-9CE3-4A3A-A1BE-2D728171A76F}" srcOrd="2" destOrd="0" parTransId="{DD69DF81-5001-44B2-B043-FABA661E8355}" sibTransId="{E517C73D-C582-4B23-AA2C-DD044C3F2EB4}"/>
    <dgm:cxn modelId="{0A2E0CA2-F5E6-45CA-81E1-BC314E25812A}" type="presOf" srcId="{72B71E00-4CC7-48CD-8A8F-0E4E54DC4378}" destId="{841A1211-51CC-49C1-AB07-087D6DA82C16}" srcOrd="0" destOrd="0" presId="urn:microsoft.com/office/officeart/2018/5/layout/IconCircleLabelList"/>
    <dgm:cxn modelId="{B17947A2-108A-4503-BC40-4B761E6D854C}" type="presOf" srcId="{5262FF97-E51D-4470-8352-2E45262414AF}" destId="{0D84FEAD-BAC0-4519-8F88-6F79FECE9CE6}" srcOrd="0" destOrd="0" presId="urn:microsoft.com/office/officeart/2018/5/layout/IconCircleLabelList"/>
    <dgm:cxn modelId="{5F43D6A7-231F-436D-A2CA-574F7511885A}" type="presOf" srcId="{0277099C-9CE3-4A3A-A1BE-2D728171A76F}" destId="{0509708D-AEF9-4886-901F-FF9E3117378D}" srcOrd="0" destOrd="0" presId="urn:microsoft.com/office/officeart/2018/5/layout/IconCircleLabelList"/>
    <dgm:cxn modelId="{5B75B6C1-CB2E-4323-AB23-46870AA2E58A}" srcId="{079ED463-4E83-4E7C-9ACF-65F816F1DCA0}" destId="{5262FF97-E51D-4470-8352-2E45262414AF}" srcOrd="1" destOrd="0" parTransId="{D1B1733E-1CBC-4FBC-8765-88C934C99237}" sibTransId="{EC2CF8C8-21CF-4255-AD76-C3A2B01942CC}"/>
    <dgm:cxn modelId="{5602A7E9-AE9E-4B38-88A0-E2E73FE286DF}" type="presOf" srcId="{079ED463-4E83-4E7C-9ACF-65F816F1DCA0}" destId="{4F0D8FDF-615D-4FD0-8749-EF59355F0245}" srcOrd="0" destOrd="0" presId="urn:microsoft.com/office/officeart/2018/5/layout/IconCircleLabelList"/>
    <dgm:cxn modelId="{42BEEAC7-0206-4799-89BE-26C8F90A4762}" type="presParOf" srcId="{4F0D8FDF-615D-4FD0-8749-EF59355F0245}" destId="{543CBF16-9944-4C54-BE72-98B86BE70B16}" srcOrd="0" destOrd="0" presId="urn:microsoft.com/office/officeart/2018/5/layout/IconCircleLabelList"/>
    <dgm:cxn modelId="{561CCFCB-34C3-44F2-9CA3-BE7BFEC6CF85}" type="presParOf" srcId="{543CBF16-9944-4C54-BE72-98B86BE70B16}" destId="{407D41A8-69BB-457F-8F41-59EB8E77EB21}" srcOrd="0" destOrd="0" presId="urn:microsoft.com/office/officeart/2018/5/layout/IconCircleLabelList"/>
    <dgm:cxn modelId="{1B85CAF3-32F2-4AF8-908E-CEFA144EB806}" type="presParOf" srcId="{543CBF16-9944-4C54-BE72-98B86BE70B16}" destId="{DED21F26-1A19-4F2E-A109-3E26F0E41AE2}" srcOrd="1" destOrd="0" presId="urn:microsoft.com/office/officeart/2018/5/layout/IconCircleLabelList"/>
    <dgm:cxn modelId="{DD45B7D1-8BAF-4F4D-8D07-65708CC02A93}" type="presParOf" srcId="{543CBF16-9944-4C54-BE72-98B86BE70B16}" destId="{4E5636E7-71E7-424F-96F6-9AF61B3203E0}" srcOrd="2" destOrd="0" presId="urn:microsoft.com/office/officeart/2018/5/layout/IconCircleLabelList"/>
    <dgm:cxn modelId="{2F37AF02-8A04-42FA-A474-2FF30B7AD966}" type="presParOf" srcId="{543CBF16-9944-4C54-BE72-98B86BE70B16}" destId="{841A1211-51CC-49C1-AB07-087D6DA82C16}" srcOrd="3" destOrd="0" presId="urn:microsoft.com/office/officeart/2018/5/layout/IconCircleLabelList"/>
    <dgm:cxn modelId="{9C831B20-FD81-474D-908A-FF8F9EC9B218}" type="presParOf" srcId="{4F0D8FDF-615D-4FD0-8749-EF59355F0245}" destId="{DF48B731-D85E-4321-AFBC-CE01393B794B}" srcOrd="1" destOrd="0" presId="urn:microsoft.com/office/officeart/2018/5/layout/IconCircleLabelList"/>
    <dgm:cxn modelId="{82710493-F896-46BD-8898-35186058A2D2}" type="presParOf" srcId="{4F0D8FDF-615D-4FD0-8749-EF59355F0245}" destId="{693300EA-3844-4C16-9656-F1C58A51C01B}" srcOrd="2" destOrd="0" presId="urn:microsoft.com/office/officeart/2018/5/layout/IconCircleLabelList"/>
    <dgm:cxn modelId="{3AEBC752-74C8-4F3D-99C6-F2947ED153B1}" type="presParOf" srcId="{693300EA-3844-4C16-9656-F1C58A51C01B}" destId="{4FA7DEC3-B30B-46E1-97C7-D9AC99E85CAD}" srcOrd="0" destOrd="0" presId="urn:microsoft.com/office/officeart/2018/5/layout/IconCircleLabelList"/>
    <dgm:cxn modelId="{4B5AC2B5-9132-4B5C-8AC4-B9A01F9DB9F7}" type="presParOf" srcId="{693300EA-3844-4C16-9656-F1C58A51C01B}" destId="{BA9C6FA4-CCD5-4043-AA80-B8A3169D8516}" srcOrd="1" destOrd="0" presId="urn:microsoft.com/office/officeart/2018/5/layout/IconCircleLabelList"/>
    <dgm:cxn modelId="{AD98B154-682D-4FB8-9770-112414D816E1}" type="presParOf" srcId="{693300EA-3844-4C16-9656-F1C58A51C01B}" destId="{66593CFB-A82D-46C4-AE0C-975C58F8DA34}" srcOrd="2" destOrd="0" presId="urn:microsoft.com/office/officeart/2018/5/layout/IconCircleLabelList"/>
    <dgm:cxn modelId="{C0F2165B-D271-4C4D-BB53-6F76D07E327A}" type="presParOf" srcId="{693300EA-3844-4C16-9656-F1C58A51C01B}" destId="{0D84FEAD-BAC0-4519-8F88-6F79FECE9CE6}" srcOrd="3" destOrd="0" presId="urn:microsoft.com/office/officeart/2018/5/layout/IconCircleLabelList"/>
    <dgm:cxn modelId="{C948507E-C2E2-4469-BC30-AD3232A70E37}" type="presParOf" srcId="{4F0D8FDF-615D-4FD0-8749-EF59355F0245}" destId="{B48A39E4-1659-455D-AA4B-4D6AB90F50E4}" srcOrd="3" destOrd="0" presId="urn:microsoft.com/office/officeart/2018/5/layout/IconCircleLabelList"/>
    <dgm:cxn modelId="{EF14D82A-491C-4CF5-95CA-4D9060EFD121}" type="presParOf" srcId="{4F0D8FDF-615D-4FD0-8749-EF59355F0245}" destId="{20E7B261-B67A-4935-8C9B-B9A2B3DE40B9}" srcOrd="4" destOrd="0" presId="urn:microsoft.com/office/officeart/2018/5/layout/IconCircleLabelList"/>
    <dgm:cxn modelId="{0F3A20E1-E3FD-493E-BF54-B809E4F3B656}" type="presParOf" srcId="{20E7B261-B67A-4935-8C9B-B9A2B3DE40B9}" destId="{10A0736C-BF2D-40CD-8940-C1F456EB8994}" srcOrd="0" destOrd="0" presId="urn:microsoft.com/office/officeart/2018/5/layout/IconCircleLabelList"/>
    <dgm:cxn modelId="{D5361CBF-0ACC-4786-9E64-D31E73BD2C55}" type="presParOf" srcId="{20E7B261-B67A-4935-8C9B-B9A2B3DE40B9}" destId="{078ACC8E-955B-4DAB-91E9-E3F3A75A08DE}" srcOrd="1" destOrd="0" presId="urn:microsoft.com/office/officeart/2018/5/layout/IconCircleLabelList"/>
    <dgm:cxn modelId="{7C58DAFD-B266-412E-9361-743B022A78F6}" type="presParOf" srcId="{20E7B261-B67A-4935-8C9B-B9A2B3DE40B9}" destId="{635264D7-B6CD-4ABD-8746-BD2BF0CBFE2D}" srcOrd="2" destOrd="0" presId="urn:microsoft.com/office/officeart/2018/5/layout/IconCircleLabelList"/>
    <dgm:cxn modelId="{5B43AA28-C471-42AE-9B78-EB7BCE39F93A}" type="presParOf" srcId="{20E7B261-B67A-4935-8C9B-B9A2B3DE40B9}" destId="{0509708D-AEF9-4886-901F-FF9E3117378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0AF22E8-4FE3-40A1-86F4-AF6525D8A00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679FC9C-85A8-498E-BA6C-A8378915EBE4}">
      <dgm:prSet/>
      <dgm:spPr/>
      <dgm:t>
        <a:bodyPr/>
        <a:lstStyle/>
        <a:p>
          <a:pPr>
            <a:defRPr cap="all"/>
          </a:pPr>
          <a:r>
            <a:rPr lang="en-US"/>
            <a:t>Context: You need to create a rubric for a student assignment</a:t>
          </a:r>
        </a:p>
      </dgm:t>
    </dgm:pt>
    <dgm:pt modelId="{54089BF2-27E4-459D-AA83-3FB2DF5856FB}" type="parTrans" cxnId="{54D6941C-0BE7-4718-A153-61337AC819D0}">
      <dgm:prSet/>
      <dgm:spPr/>
      <dgm:t>
        <a:bodyPr/>
        <a:lstStyle/>
        <a:p>
          <a:endParaRPr lang="en-US"/>
        </a:p>
      </dgm:t>
    </dgm:pt>
    <dgm:pt modelId="{9104EFB0-F733-4AF5-B8D3-135B19E6A37C}" type="sibTrans" cxnId="{54D6941C-0BE7-4718-A153-61337AC819D0}">
      <dgm:prSet/>
      <dgm:spPr/>
      <dgm:t>
        <a:bodyPr/>
        <a:lstStyle/>
        <a:p>
          <a:endParaRPr lang="en-US"/>
        </a:p>
      </dgm:t>
    </dgm:pt>
    <dgm:pt modelId="{A396D036-009A-4E52-882C-C963B19A4FE2}">
      <dgm:prSet/>
      <dgm:spPr/>
      <dgm:t>
        <a:bodyPr/>
        <a:lstStyle/>
        <a:p>
          <a:pPr>
            <a:defRPr cap="all"/>
          </a:pPr>
          <a:r>
            <a:rPr lang="en-US"/>
            <a:t>Task: Develop clear criteria and performance levels</a:t>
          </a:r>
        </a:p>
      </dgm:t>
    </dgm:pt>
    <dgm:pt modelId="{B4DA9FC2-7A4C-46E5-982D-D5E3A61018E1}" type="parTrans" cxnId="{A67A9E7B-7B52-4A92-ACE0-AA1ECD78064F}">
      <dgm:prSet/>
      <dgm:spPr/>
      <dgm:t>
        <a:bodyPr/>
        <a:lstStyle/>
        <a:p>
          <a:endParaRPr lang="en-US"/>
        </a:p>
      </dgm:t>
    </dgm:pt>
    <dgm:pt modelId="{C39116DD-0969-4AF5-9844-6CFB0337ACB4}" type="sibTrans" cxnId="{A67A9E7B-7B52-4A92-ACE0-AA1ECD78064F}">
      <dgm:prSet/>
      <dgm:spPr/>
      <dgm:t>
        <a:bodyPr/>
        <a:lstStyle/>
        <a:p>
          <a:endParaRPr lang="en-US"/>
        </a:p>
      </dgm:t>
    </dgm:pt>
    <dgm:pt modelId="{BF9069E0-0F47-437B-8C6D-9EDDFEEEB95B}">
      <dgm:prSet/>
      <dgm:spPr/>
      <dgm:t>
        <a:bodyPr/>
        <a:lstStyle/>
        <a:p>
          <a:pPr>
            <a:defRPr cap="all"/>
          </a:pPr>
          <a:r>
            <a:rPr lang="en-US"/>
            <a:t>Challenge: Align the rubric with learning outcomes and ensure clarity</a:t>
          </a:r>
        </a:p>
      </dgm:t>
    </dgm:pt>
    <dgm:pt modelId="{14FB3155-A67B-43F6-A2C5-10B7EC8D8A21}" type="parTrans" cxnId="{9C7162B0-7593-4239-9024-FA2B5BE0E408}">
      <dgm:prSet/>
      <dgm:spPr/>
      <dgm:t>
        <a:bodyPr/>
        <a:lstStyle/>
        <a:p>
          <a:endParaRPr lang="en-US"/>
        </a:p>
      </dgm:t>
    </dgm:pt>
    <dgm:pt modelId="{4CE63BDE-59E4-4B50-A46B-4992A296AB09}" type="sibTrans" cxnId="{9C7162B0-7593-4239-9024-FA2B5BE0E408}">
      <dgm:prSet/>
      <dgm:spPr/>
      <dgm:t>
        <a:bodyPr/>
        <a:lstStyle/>
        <a:p>
          <a:endParaRPr lang="en-US"/>
        </a:p>
      </dgm:t>
    </dgm:pt>
    <dgm:pt modelId="{AD9DBD66-2FF6-4933-BEAF-E8C80C3EA039}">
      <dgm:prSet/>
      <dgm:spPr/>
      <dgm:t>
        <a:bodyPr/>
        <a:lstStyle/>
        <a:p>
          <a:pPr>
            <a:defRPr cap="all"/>
          </a:pPr>
          <a:r>
            <a:rPr lang="en-US"/>
            <a:t>Starter Prompt: Create a rubric for the attached assignment.</a:t>
          </a:r>
        </a:p>
      </dgm:t>
    </dgm:pt>
    <dgm:pt modelId="{C6B80166-4C0A-4FDB-8306-F90946650538}" type="parTrans" cxnId="{B9E9388A-268C-4548-9EC5-D9C33C9CE156}">
      <dgm:prSet/>
      <dgm:spPr/>
      <dgm:t>
        <a:bodyPr/>
        <a:lstStyle/>
        <a:p>
          <a:endParaRPr lang="en-US"/>
        </a:p>
      </dgm:t>
    </dgm:pt>
    <dgm:pt modelId="{07380FA5-E494-4645-B136-5333EFB4F0F5}" type="sibTrans" cxnId="{B9E9388A-268C-4548-9EC5-D9C33C9CE156}">
      <dgm:prSet/>
      <dgm:spPr/>
      <dgm:t>
        <a:bodyPr/>
        <a:lstStyle/>
        <a:p>
          <a:endParaRPr lang="en-US"/>
        </a:p>
      </dgm:t>
    </dgm:pt>
    <dgm:pt modelId="{7FE44186-DFB1-4E0F-976C-7C69641479AD}" type="pres">
      <dgm:prSet presAssocID="{50AF22E8-4FE3-40A1-86F4-AF6525D8A009}" presName="root" presStyleCnt="0">
        <dgm:presLayoutVars>
          <dgm:dir/>
          <dgm:resizeHandles val="exact"/>
        </dgm:presLayoutVars>
      </dgm:prSet>
      <dgm:spPr/>
    </dgm:pt>
    <dgm:pt modelId="{77569F45-C94D-4F83-B812-CDDAD7B1CFEA}" type="pres">
      <dgm:prSet presAssocID="{A679FC9C-85A8-498E-BA6C-A8378915EBE4}" presName="compNode" presStyleCnt="0"/>
      <dgm:spPr/>
    </dgm:pt>
    <dgm:pt modelId="{F42E69B5-6468-45CD-8C76-436729F0F026}" type="pres">
      <dgm:prSet presAssocID="{A679FC9C-85A8-498E-BA6C-A8378915EBE4}" presName="iconBgRect" presStyleLbl="bgShp" presStyleIdx="0" presStyleCnt="4"/>
      <dgm:spPr/>
    </dgm:pt>
    <dgm:pt modelId="{EE30A7BC-00F4-4628-8189-A199E3BBEAA6}" type="pres">
      <dgm:prSet presAssocID="{A679FC9C-85A8-498E-BA6C-A8378915EBE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E3E03B0-6F4C-414E-A9D8-302A02B5D244}" type="pres">
      <dgm:prSet presAssocID="{A679FC9C-85A8-498E-BA6C-A8378915EBE4}" presName="spaceRect" presStyleCnt="0"/>
      <dgm:spPr/>
    </dgm:pt>
    <dgm:pt modelId="{8B55CB3F-924C-4E4B-965E-5923BBA89B98}" type="pres">
      <dgm:prSet presAssocID="{A679FC9C-85A8-498E-BA6C-A8378915EBE4}" presName="textRect" presStyleLbl="revTx" presStyleIdx="0" presStyleCnt="4">
        <dgm:presLayoutVars>
          <dgm:chMax val="1"/>
          <dgm:chPref val="1"/>
        </dgm:presLayoutVars>
      </dgm:prSet>
      <dgm:spPr/>
    </dgm:pt>
    <dgm:pt modelId="{5B75B5DE-7260-486A-AC8E-68A795C7441C}" type="pres">
      <dgm:prSet presAssocID="{9104EFB0-F733-4AF5-B8D3-135B19E6A37C}" presName="sibTrans" presStyleCnt="0"/>
      <dgm:spPr/>
    </dgm:pt>
    <dgm:pt modelId="{C9B17D9C-9096-4A24-8557-CF19ED2BF320}" type="pres">
      <dgm:prSet presAssocID="{A396D036-009A-4E52-882C-C963B19A4FE2}" presName="compNode" presStyleCnt="0"/>
      <dgm:spPr/>
    </dgm:pt>
    <dgm:pt modelId="{B299E443-264B-423F-94DA-59E153B53950}" type="pres">
      <dgm:prSet presAssocID="{A396D036-009A-4E52-882C-C963B19A4FE2}" presName="iconBgRect" presStyleLbl="bgShp" presStyleIdx="1" presStyleCnt="4"/>
      <dgm:spPr/>
    </dgm:pt>
    <dgm:pt modelId="{FDA1DF32-F54A-49CB-A187-2B75C21C99F5}" type="pres">
      <dgm:prSet presAssocID="{A396D036-009A-4E52-882C-C963B19A4FE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EC974A0B-B4E3-4314-8433-3DC50FBF16C1}" type="pres">
      <dgm:prSet presAssocID="{A396D036-009A-4E52-882C-C963B19A4FE2}" presName="spaceRect" presStyleCnt="0"/>
      <dgm:spPr/>
    </dgm:pt>
    <dgm:pt modelId="{37632F95-5A23-4840-A0AB-B5C693387206}" type="pres">
      <dgm:prSet presAssocID="{A396D036-009A-4E52-882C-C963B19A4FE2}" presName="textRect" presStyleLbl="revTx" presStyleIdx="1" presStyleCnt="4">
        <dgm:presLayoutVars>
          <dgm:chMax val="1"/>
          <dgm:chPref val="1"/>
        </dgm:presLayoutVars>
      </dgm:prSet>
      <dgm:spPr/>
    </dgm:pt>
    <dgm:pt modelId="{A97ED7CF-7FF4-413F-A956-7A28401281E5}" type="pres">
      <dgm:prSet presAssocID="{C39116DD-0969-4AF5-9844-6CFB0337ACB4}" presName="sibTrans" presStyleCnt="0"/>
      <dgm:spPr/>
    </dgm:pt>
    <dgm:pt modelId="{E9C1CE22-923B-4CB5-B933-2C91B2EE5338}" type="pres">
      <dgm:prSet presAssocID="{BF9069E0-0F47-437B-8C6D-9EDDFEEEB95B}" presName="compNode" presStyleCnt="0"/>
      <dgm:spPr/>
    </dgm:pt>
    <dgm:pt modelId="{D85065D0-B015-424C-853D-46CD6FF4070C}" type="pres">
      <dgm:prSet presAssocID="{BF9069E0-0F47-437B-8C6D-9EDDFEEEB95B}" presName="iconBgRect" presStyleLbl="bgShp" presStyleIdx="2" presStyleCnt="4"/>
      <dgm:spPr/>
    </dgm:pt>
    <dgm:pt modelId="{9E438B3C-03AB-4A48-AC00-6419FB82AD3D}" type="pres">
      <dgm:prSet presAssocID="{BF9069E0-0F47-437B-8C6D-9EDDFEEEB95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F68BE8E-E612-4098-A035-B88B0228ED57}" type="pres">
      <dgm:prSet presAssocID="{BF9069E0-0F47-437B-8C6D-9EDDFEEEB95B}" presName="spaceRect" presStyleCnt="0"/>
      <dgm:spPr/>
    </dgm:pt>
    <dgm:pt modelId="{9A8BD4CF-998F-4455-80CD-6363DA02326E}" type="pres">
      <dgm:prSet presAssocID="{BF9069E0-0F47-437B-8C6D-9EDDFEEEB95B}" presName="textRect" presStyleLbl="revTx" presStyleIdx="2" presStyleCnt="4">
        <dgm:presLayoutVars>
          <dgm:chMax val="1"/>
          <dgm:chPref val="1"/>
        </dgm:presLayoutVars>
      </dgm:prSet>
      <dgm:spPr/>
    </dgm:pt>
    <dgm:pt modelId="{38B07EBC-8534-4403-B597-5B3BE6A3ACC6}" type="pres">
      <dgm:prSet presAssocID="{4CE63BDE-59E4-4B50-A46B-4992A296AB09}" presName="sibTrans" presStyleCnt="0"/>
      <dgm:spPr/>
    </dgm:pt>
    <dgm:pt modelId="{565CE9D8-B526-4B6D-B74D-BA7F7AB64605}" type="pres">
      <dgm:prSet presAssocID="{AD9DBD66-2FF6-4933-BEAF-E8C80C3EA039}" presName="compNode" presStyleCnt="0"/>
      <dgm:spPr/>
    </dgm:pt>
    <dgm:pt modelId="{94571087-1FE9-43D2-AEF2-F0D2D014CC6A}" type="pres">
      <dgm:prSet presAssocID="{AD9DBD66-2FF6-4933-BEAF-E8C80C3EA039}" presName="iconBgRect" presStyleLbl="bgShp" presStyleIdx="3" presStyleCnt="4"/>
      <dgm:spPr/>
    </dgm:pt>
    <dgm:pt modelId="{6CF5DE59-F33A-421B-9540-1E0B49F75FBC}" type="pres">
      <dgm:prSet presAssocID="{AD9DBD66-2FF6-4933-BEAF-E8C80C3EA03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ackboard"/>
        </a:ext>
      </dgm:extLst>
    </dgm:pt>
    <dgm:pt modelId="{8155CE3B-7F90-4279-8664-67A56DB18A13}" type="pres">
      <dgm:prSet presAssocID="{AD9DBD66-2FF6-4933-BEAF-E8C80C3EA039}" presName="spaceRect" presStyleCnt="0"/>
      <dgm:spPr/>
    </dgm:pt>
    <dgm:pt modelId="{C24A5564-2350-41DC-BB78-7EBDAAD1E857}" type="pres">
      <dgm:prSet presAssocID="{AD9DBD66-2FF6-4933-BEAF-E8C80C3EA03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18D6805-6E12-48BD-8963-2B9B47EDEABC}" type="presOf" srcId="{BF9069E0-0F47-437B-8C6D-9EDDFEEEB95B}" destId="{9A8BD4CF-998F-4455-80CD-6363DA02326E}" srcOrd="0" destOrd="0" presId="urn:microsoft.com/office/officeart/2018/5/layout/IconCircleLabelList"/>
    <dgm:cxn modelId="{54D6941C-0BE7-4718-A153-61337AC819D0}" srcId="{50AF22E8-4FE3-40A1-86F4-AF6525D8A009}" destId="{A679FC9C-85A8-498E-BA6C-A8378915EBE4}" srcOrd="0" destOrd="0" parTransId="{54089BF2-27E4-459D-AA83-3FB2DF5856FB}" sibTransId="{9104EFB0-F733-4AF5-B8D3-135B19E6A37C}"/>
    <dgm:cxn modelId="{D509043F-0A28-4081-9093-29D15C19DA33}" type="presOf" srcId="{A396D036-009A-4E52-882C-C963B19A4FE2}" destId="{37632F95-5A23-4840-A0AB-B5C693387206}" srcOrd="0" destOrd="0" presId="urn:microsoft.com/office/officeart/2018/5/layout/IconCircleLabelList"/>
    <dgm:cxn modelId="{D6A7C444-4537-4AE6-B73D-1366E0B2F010}" type="presOf" srcId="{A679FC9C-85A8-498E-BA6C-A8378915EBE4}" destId="{8B55CB3F-924C-4E4B-965E-5923BBA89B98}" srcOrd="0" destOrd="0" presId="urn:microsoft.com/office/officeart/2018/5/layout/IconCircleLabelList"/>
    <dgm:cxn modelId="{A67A9E7B-7B52-4A92-ACE0-AA1ECD78064F}" srcId="{50AF22E8-4FE3-40A1-86F4-AF6525D8A009}" destId="{A396D036-009A-4E52-882C-C963B19A4FE2}" srcOrd="1" destOrd="0" parTransId="{B4DA9FC2-7A4C-46E5-982D-D5E3A61018E1}" sibTransId="{C39116DD-0969-4AF5-9844-6CFB0337ACB4}"/>
    <dgm:cxn modelId="{B9E9388A-268C-4548-9EC5-D9C33C9CE156}" srcId="{50AF22E8-4FE3-40A1-86F4-AF6525D8A009}" destId="{AD9DBD66-2FF6-4933-BEAF-E8C80C3EA039}" srcOrd="3" destOrd="0" parTransId="{C6B80166-4C0A-4FDB-8306-F90946650538}" sibTransId="{07380FA5-E494-4645-B136-5333EFB4F0F5}"/>
    <dgm:cxn modelId="{9C7162B0-7593-4239-9024-FA2B5BE0E408}" srcId="{50AF22E8-4FE3-40A1-86F4-AF6525D8A009}" destId="{BF9069E0-0F47-437B-8C6D-9EDDFEEEB95B}" srcOrd="2" destOrd="0" parTransId="{14FB3155-A67B-43F6-A2C5-10B7EC8D8A21}" sibTransId="{4CE63BDE-59E4-4B50-A46B-4992A296AB09}"/>
    <dgm:cxn modelId="{AC38A3D7-0988-4BD1-836E-7EDAA2C84513}" type="presOf" srcId="{50AF22E8-4FE3-40A1-86F4-AF6525D8A009}" destId="{7FE44186-DFB1-4E0F-976C-7C69641479AD}" srcOrd="0" destOrd="0" presId="urn:microsoft.com/office/officeart/2018/5/layout/IconCircleLabelList"/>
    <dgm:cxn modelId="{108255EF-4FAC-4DC8-918B-90EDAF9B402D}" type="presOf" srcId="{AD9DBD66-2FF6-4933-BEAF-E8C80C3EA039}" destId="{C24A5564-2350-41DC-BB78-7EBDAAD1E857}" srcOrd="0" destOrd="0" presId="urn:microsoft.com/office/officeart/2018/5/layout/IconCircleLabelList"/>
    <dgm:cxn modelId="{27450598-1D58-4C70-AF0F-DE5DE092EE7D}" type="presParOf" srcId="{7FE44186-DFB1-4E0F-976C-7C69641479AD}" destId="{77569F45-C94D-4F83-B812-CDDAD7B1CFEA}" srcOrd="0" destOrd="0" presId="urn:microsoft.com/office/officeart/2018/5/layout/IconCircleLabelList"/>
    <dgm:cxn modelId="{22B6CC7E-9865-48A9-9538-E2AFA1BF0E72}" type="presParOf" srcId="{77569F45-C94D-4F83-B812-CDDAD7B1CFEA}" destId="{F42E69B5-6468-45CD-8C76-436729F0F026}" srcOrd="0" destOrd="0" presId="urn:microsoft.com/office/officeart/2018/5/layout/IconCircleLabelList"/>
    <dgm:cxn modelId="{E54E4A8E-18FD-44EF-A550-F1E89B180BCD}" type="presParOf" srcId="{77569F45-C94D-4F83-B812-CDDAD7B1CFEA}" destId="{EE30A7BC-00F4-4628-8189-A199E3BBEAA6}" srcOrd="1" destOrd="0" presId="urn:microsoft.com/office/officeart/2018/5/layout/IconCircleLabelList"/>
    <dgm:cxn modelId="{0C5664CE-99A3-4A7F-B4BB-4B4D9F49F7BE}" type="presParOf" srcId="{77569F45-C94D-4F83-B812-CDDAD7B1CFEA}" destId="{DE3E03B0-6F4C-414E-A9D8-302A02B5D244}" srcOrd="2" destOrd="0" presId="urn:microsoft.com/office/officeart/2018/5/layout/IconCircleLabelList"/>
    <dgm:cxn modelId="{B15140C2-B85B-4CE7-A7F2-D1058AB57756}" type="presParOf" srcId="{77569F45-C94D-4F83-B812-CDDAD7B1CFEA}" destId="{8B55CB3F-924C-4E4B-965E-5923BBA89B98}" srcOrd="3" destOrd="0" presId="urn:microsoft.com/office/officeart/2018/5/layout/IconCircleLabelList"/>
    <dgm:cxn modelId="{78CC39FE-4978-4B8E-98A6-5F850F82B61D}" type="presParOf" srcId="{7FE44186-DFB1-4E0F-976C-7C69641479AD}" destId="{5B75B5DE-7260-486A-AC8E-68A795C7441C}" srcOrd="1" destOrd="0" presId="urn:microsoft.com/office/officeart/2018/5/layout/IconCircleLabelList"/>
    <dgm:cxn modelId="{077AA6ED-5D16-431B-9774-1FA44648EB0B}" type="presParOf" srcId="{7FE44186-DFB1-4E0F-976C-7C69641479AD}" destId="{C9B17D9C-9096-4A24-8557-CF19ED2BF320}" srcOrd="2" destOrd="0" presId="urn:microsoft.com/office/officeart/2018/5/layout/IconCircleLabelList"/>
    <dgm:cxn modelId="{78DCCD97-AC21-49D3-B59C-87E02E15030F}" type="presParOf" srcId="{C9B17D9C-9096-4A24-8557-CF19ED2BF320}" destId="{B299E443-264B-423F-94DA-59E153B53950}" srcOrd="0" destOrd="0" presId="urn:microsoft.com/office/officeart/2018/5/layout/IconCircleLabelList"/>
    <dgm:cxn modelId="{BEF46D21-1067-450D-956C-A2CB0466400D}" type="presParOf" srcId="{C9B17D9C-9096-4A24-8557-CF19ED2BF320}" destId="{FDA1DF32-F54A-49CB-A187-2B75C21C99F5}" srcOrd="1" destOrd="0" presId="urn:microsoft.com/office/officeart/2018/5/layout/IconCircleLabelList"/>
    <dgm:cxn modelId="{780EBA9C-713C-4815-BBED-0552E1FA7F69}" type="presParOf" srcId="{C9B17D9C-9096-4A24-8557-CF19ED2BF320}" destId="{EC974A0B-B4E3-4314-8433-3DC50FBF16C1}" srcOrd="2" destOrd="0" presId="urn:microsoft.com/office/officeart/2018/5/layout/IconCircleLabelList"/>
    <dgm:cxn modelId="{87C2D14A-1BA5-4D3B-AE0F-08081EA02B90}" type="presParOf" srcId="{C9B17D9C-9096-4A24-8557-CF19ED2BF320}" destId="{37632F95-5A23-4840-A0AB-B5C693387206}" srcOrd="3" destOrd="0" presId="urn:microsoft.com/office/officeart/2018/5/layout/IconCircleLabelList"/>
    <dgm:cxn modelId="{BD14A4DC-3FCB-4BE5-BCDA-EAB4314CC11D}" type="presParOf" srcId="{7FE44186-DFB1-4E0F-976C-7C69641479AD}" destId="{A97ED7CF-7FF4-413F-A956-7A28401281E5}" srcOrd="3" destOrd="0" presId="urn:microsoft.com/office/officeart/2018/5/layout/IconCircleLabelList"/>
    <dgm:cxn modelId="{45F2B8E5-7572-4901-A8C9-4821DD038171}" type="presParOf" srcId="{7FE44186-DFB1-4E0F-976C-7C69641479AD}" destId="{E9C1CE22-923B-4CB5-B933-2C91B2EE5338}" srcOrd="4" destOrd="0" presId="urn:microsoft.com/office/officeart/2018/5/layout/IconCircleLabelList"/>
    <dgm:cxn modelId="{9680C708-3E1A-45F9-8616-22304F36720B}" type="presParOf" srcId="{E9C1CE22-923B-4CB5-B933-2C91B2EE5338}" destId="{D85065D0-B015-424C-853D-46CD6FF4070C}" srcOrd="0" destOrd="0" presId="urn:microsoft.com/office/officeart/2018/5/layout/IconCircleLabelList"/>
    <dgm:cxn modelId="{5CC444B1-51C8-47E9-B569-50B7A10D1B1E}" type="presParOf" srcId="{E9C1CE22-923B-4CB5-B933-2C91B2EE5338}" destId="{9E438B3C-03AB-4A48-AC00-6419FB82AD3D}" srcOrd="1" destOrd="0" presId="urn:microsoft.com/office/officeart/2018/5/layout/IconCircleLabelList"/>
    <dgm:cxn modelId="{6D376A92-2902-453F-8292-1C7B9094C1FF}" type="presParOf" srcId="{E9C1CE22-923B-4CB5-B933-2C91B2EE5338}" destId="{0F68BE8E-E612-4098-A035-B88B0228ED57}" srcOrd="2" destOrd="0" presId="urn:microsoft.com/office/officeart/2018/5/layout/IconCircleLabelList"/>
    <dgm:cxn modelId="{D2FF4302-D748-49BC-8186-CADCC5F34FDE}" type="presParOf" srcId="{E9C1CE22-923B-4CB5-B933-2C91B2EE5338}" destId="{9A8BD4CF-998F-4455-80CD-6363DA02326E}" srcOrd="3" destOrd="0" presId="urn:microsoft.com/office/officeart/2018/5/layout/IconCircleLabelList"/>
    <dgm:cxn modelId="{BFB02A46-F45C-4A54-AFD4-2372C70FA16F}" type="presParOf" srcId="{7FE44186-DFB1-4E0F-976C-7C69641479AD}" destId="{38B07EBC-8534-4403-B597-5B3BE6A3ACC6}" srcOrd="5" destOrd="0" presId="urn:microsoft.com/office/officeart/2018/5/layout/IconCircleLabelList"/>
    <dgm:cxn modelId="{B445410E-0765-4DAA-A260-71BD7AAE676C}" type="presParOf" srcId="{7FE44186-DFB1-4E0F-976C-7C69641479AD}" destId="{565CE9D8-B526-4B6D-B74D-BA7F7AB64605}" srcOrd="6" destOrd="0" presId="urn:microsoft.com/office/officeart/2018/5/layout/IconCircleLabelList"/>
    <dgm:cxn modelId="{967839F2-72CA-45B8-AC18-F82B7BD10E6A}" type="presParOf" srcId="{565CE9D8-B526-4B6D-B74D-BA7F7AB64605}" destId="{94571087-1FE9-43D2-AEF2-F0D2D014CC6A}" srcOrd="0" destOrd="0" presId="urn:microsoft.com/office/officeart/2018/5/layout/IconCircleLabelList"/>
    <dgm:cxn modelId="{11A9E9A5-4DF6-44F6-BAF5-D026DF5CA066}" type="presParOf" srcId="{565CE9D8-B526-4B6D-B74D-BA7F7AB64605}" destId="{6CF5DE59-F33A-421B-9540-1E0B49F75FBC}" srcOrd="1" destOrd="0" presId="urn:microsoft.com/office/officeart/2018/5/layout/IconCircleLabelList"/>
    <dgm:cxn modelId="{C0D6C64D-EED5-4966-B0F3-2CC0263C8FD3}" type="presParOf" srcId="{565CE9D8-B526-4B6D-B74D-BA7F7AB64605}" destId="{8155CE3B-7F90-4279-8664-67A56DB18A13}" srcOrd="2" destOrd="0" presId="urn:microsoft.com/office/officeart/2018/5/layout/IconCircleLabelList"/>
    <dgm:cxn modelId="{B84D8A54-4933-4B1D-8AE5-63CD99961059}" type="presParOf" srcId="{565CE9D8-B526-4B6D-B74D-BA7F7AB64605}" destId="{C24A5564-2350-41DC-BB78-7EBDAAD1E85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0506E9F-60D5-46F8-88F4-5A9367BB2D5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2614FDB-C95A-4470-9651-68E22C7C85D2}">
      <dgm:prSet/>
      <dgm:spPr/>
      <dgm:t>
        <a:bodyPr/>
        <a:lstStyle/>
        <a:p>
          <a:pPr>
            <a:defRPr cap="all"/>
          </a:pPr>
          <a:r>
            <a:rPr lang="en-US"/>
            <a:t>Verify outputs</a:t>
          </a:r>
        </a:p>
      </dgm:t>
    </dgm:pt>
    <dgm:pt modelId="{3543D909-DE35-408E-8618-F8222B3C0D72}" type="parTrans" cxnId="{431A200E-1F2F-4B31-B282-5990DA4FB55D}">
      <dgm:prSet/>
      <dgm:spPr/>
      <dgm:t>
        <a:bodyPr/>
        <a:lstStyle/>
        <a:p>
          <a:endParaRPr lang="en-US"/>
        </a:p>
      </dgm:t>
    </dgm:pt>
    <dgm:pt modelId="{FD273848-6066-4C01-825A-E227A87107A2}" type="sibTrans" cxnId="{431A200E-1F2F-4B31-B282-5990DA4FB55D}">
      <dgm:prSet/>
      <dgm:spPr/>
      <dgm:t>
        <a:bodyPr/>
        <a:lstStyle/>
        <a:p>
          <a:endParaRPr lang="en-US"/>
        </a:p>
      </dgm:t>
    </dgm:pt>
    <dgm:pt modelId="{29AF0C3C-D2B3-4AC8-82CE-8D4D7073D374}">
      <dgm:prSet/>
      <dgm:spPr/>
      <dgm:t>
        <a:bodyPr/>
        <a:lstStyle/>
        <a:p>
          <a:pPr>
            <a:defRPr cap="all"/>
          </a:pPr>
          <a:r>
            <a:rPr lang="en-US"/>
            <a:t>Protect data</a:t>
          </a:r>
        </a:p>
      </dgm:t>
    </dgm:pt>
    <dgm:pt modelId="{24982C8D-8970-44D5-B006-4B1C6276D3B2}" type="parTrans" cxnId="{745ABDB4-74C6-4FB9-91EB-50B75FDB529C}">
      <dgm:prSet/>
      <dgm:spPr/>
      <dgm:t>
        <a:bodyPr/>
        <a:lstStyle/>
        <a:p>
          <a:endParaRPr lang="en-US"/>
        </a:p>
      </dgm:t>
    </dgm:pt>
    <dgm:pt modelId="{DFE23998-79EC-4FB7-BB90-9C5B0E2256D2}" type="sibTrans" cxnId="{745ABDB4-74C6-4FB9-91EB-50B75FDB529C}">
      <dgm:prSet/>
      <dgm:spPr/>
      <dgm:t>
        <a:bodyPr/>
        <a:lstStyle/>
        <a:p>
          <a:endParaRPr lang="en-US"/>
        </a:p>
      </dgm:t>
    </dgm:pt>
    <dgm:pt modelId="{77D6BD61-0ADD-453C-A962-4C63613434B5}">
      <dgm:prSet/>
      <dgm:spPr/>
      <dgm:t>
        <a:bodyPr/>
        <a:lstStyle/>
        <a:p>
          <a:pPr>
            <a:defRPr cap="all"/>
          </a:pPr>
          <a:r>
            <a:rPr lang="en-US"/>
            <a:t>Maintain integrity</a:t>
          </a:r>
        </a:p>
      </dgm:t>
    </dgm:pt>
    <dgm:pt modelId="{D214EF99-ACE7-4057-8C61-EFF6925E9D4A}" type="parTrans" cxnId="{1C323595-E536-402E-B202-33FFD6645456}">
      <dgm:prSet/>
      <dgm:spPr/>
      <dgm:t>
        <a:bodyPr/>
        <a:lstStyle/>
        <a:p>
          <a:endParaRPr lang="en-US"/>
        </a:p>
      </dgm:t>
    </dgm:pt>
    <dgm:pt modelId="{425CD520-0A49-47F0-85BA-8FD34A56F4B2}" type="sibTrans" cxnId="{1C323595-E536-402E-B202-33FFD6645456}">
      <dgm:prSet/>
      <dgm:spPr/>
      <dgm:t>
        <a:bodyPr/>
        <a:lstStyle/>
        <a:p>
          <a:endParaRPr lang="en-US"/>
        </a:p>
      </dgm:t>
    </dgm:pt>
    <dgm:pt modelId="{F994A516-F2D8-43CF-B037-6E45E1F004F6}" type="pres">
      <dgm:prSet presAssocID="{A0506E9F-60D5-46F8-88F4-5A9367BB2D55}" presName="root" presStyleCnt="0">
        <dgm:presLayoutVars>
          <dgm:dir/>
          <dgm:resizeHandles val="exact"/>
        </dgm:presLayoutVars>
      </dgm:prSet>
      <dgm:spPr/>
    </dgm:pt>
    <dgm:pt modelId="{8A4E41B9-0C06-4EAB-A2FC-6077943140C5}" type="pres">
      <dgm:prSet presAssocID="{52614FDB-C95A-4470-9651-68E22C7C85D2}" presName="compNode" presStyleCnt="0"/>
      <dgm:spPr/>
    </dgm:pt>
    <dgm:pt modelId="{EB4C2796-7BFA-45C4-835D-ADBDCE5332EA}" type="pres">
      <dgm:prSet presAssocID="{52614FDB-C95A-4470-9651-68E22C7C85D2}" presName="iconBgRect" presStyleLbl="bgShp" presStyleIdx="0" presStyleCnt="3"/>
      <dgm:spPr/>
    </dgm:pt>
    <dgm:pt modelId="{15AF29FF-6DCA-4AE0-A486-8F87191C5427}" type="pres">
      <dgm:prSet presAssocID="{52614FDB-C95A-4470-9651-68E22C7C85D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354FD05-3970-4613-AF90-CE85EA76DDC4}" type="pres">
      <dgm:prSet presAssocID="{52614FDB-C95A-4470-9651-68E22C7C85D2}" presName="spaceRect" presStyleCnt="0"/>
      <dgm:spPr/>
    </dgm:pt>
    <dgm:pt modelId="{ECED51D6-B499-4493-802A-0EB1450F95DB}" type="pres">
      <dgm:prSet presAssocID="{52614FDB-C95A-4470-9651-68E22C7C85D2}" presName="textRect" presStyleLbl="revTx" presStyleIdx="0" presStyleCnt="3">
        <dgm:presLayoutVars>
          <dgm:chMax val="1"/>
          <dgm:chPref val="1"/>
        </dgm:presLayoutVars>
      </dgm:prSet>
      <dgm:spPr/>
    </dgm:pt>
    <dgm:pt modelId="{24AF17FC-1B2A-4323-970E-C5FF2F736D36}" type="pres">
      <dgm:prSet presAssocID="{FD273848-6066-4C01-825A-E227A87107A2}" presName="sibTrans" presStyleCnt="0"/>
      <dgm:spPr/>
    </dgm:pt>
    <dgm:pt modelId="{0D24C1EA-B3EA-40EB-86AB-48A821785A17}" type="pres">
      <dgm:prSet presAssocID="{29AF0C3C-D2B3-4AC8-82CE-8D4D7073D374}" presName="compNode" presStyleCnt="0"/>
      <dgm:spPr/>
    </dgm:pt>
    <dgm:pt modelId="{4D3C41C4-60D7-4A9C-963E-14421D20BD41}" type="pres">
      <dgm:prSet presAssocID="{29AF0C3C-D2B3-4AC8-82CE-8D4D7073D374}" presName="iconBgRect" presStyleLbl="bgShp" presStyleIdx="1" presStyleCnt="3"/>
      <dgm:spPr/>
    </dgm:pt>
    <dgm:pt modelId="{6CFCEC0C-10D8-47BA-9506-DCAA5AC8716C}" type="pres">
      <dgm:prSet presAssocID="{29AF0C3C-D2B3-4AC8-82CE-8D4D7073D37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D77F093-D98E-4BF3-8D90-276646537C59}" type="pres">
      <dgm:prSet presAssocID="{29AF0C3C-D2B3-4AC8-82CE-8D4D7073D374}" presName="spaceRect" presStyleCnt="0"/>
      <dgm:spPr/>
    </dgm:pt>
    <dgm:pt modelId="{1FBB50D0-459C-4C51-B11B-A483C38473B6}" type="pres">
      <dgm:prSet presAssocID="{29AF0C3C-D2B3-4AC8-82CE-8D4D7073D374}" presName="textRect" presStyleLbl="revTx" presStyleIdx="1" presStyleCnt="3">
        <dgm:presLayoutVars>
          <dgm:chMax val="1"/>
          <dgm:chPref val="1"/>
        </dgm:presLayoutVars>
      </dgm:prSet>
      <dgm:spPr/>
    </dgm:pt>
    <dgm:pt modelId="{895EB0EE-712F-4655-9303-18D90CB1DA8A}" type="pres">
      <dgm:prSet presAssocID="{DFE23998-79EC-4FB7-BB90-9C5B0E2256D2}" presName="sibTrans" presStyleCnt="0"/>
      <dgm:spPr/>
    </dgm:pt>
    <dgm:pt modelId="{964E7708-4F99-4B11-8CC7-4E438D148B55}" type="pres">
      <dgm:prSet presAssocID="{77D6BD61-0ADD-453C-A962-4C63613434B5}" presName="compNode" presStyleCnt="0"/>
      <dgm:spPr/>
    </dgm:pt>
    <dgm:pt modelId="{5D88F53F-9BFD-4641-BA4D-BA4284F3EBDF}" type="pres">
      <dgm:prSet presAssocID="{77D6BD61-0ADD-453C-A962-4C63613434B5}" presName="iconBgRect" presStyleLbl="bgShp" presStyleIdx="2" presStyleCnt="3"/>
      <dgm:spPr/>
    </dgm:pt>
    <dgm:pt modelId="{109D9E54-4AAD-4C00-A8B4-47E1202F1195}" type="pres">
      <dgm:prSet presAssocID="{77D6BD61-0ADD-453C-A962-4C63613434B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71CD6D9-A180-438C-A21B-C67F3CB1EFFC}" type="pres">
      <dgm:prSet presAssocID="{77D6BD61-0ADD-453C-A962-4C63613434B5}" presName="spaceRect" presStyleCnt="0"/>
      <dgm:spPr/>
    </dgm:pt>
    <dgm:pt modelId="{BFD5BE62-5A14-433A-BCA3-D96EA2FB608E}" type="pres">
      <dgm:prSet presAssocID="{77D6BD61-0ADD-453C-A962-4C63613434B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31A200E-1F2F-4B31-B282-5990DA4FB55D}" srcId="{A0506E9F-60D5-46F8-88F4-5A9367BB2D55}" destId="{52614FDB-C95A-4470-9651-68E22C7C85D2}" srcOrd="0" destOrd="0" parTransId="{3543D909-DE35-408E-8618-F8222B3C0D72}" sibTransId="{FD273848-6066-4C01-825A-E227A87107A2}"/>
    <dgm:cxn modelId="{9EB7D829-F747-4DFD-8528-7A66C2645888}" type="presOf" srcId="{29AF0C3C-D2B3-4AC8-82CE-8D4D7073D374}" destId="{1FBB50D0-459C-4C51-B11B-A483C38473B6}" srcOrd="0" destOrd="0" presId="urn:microsoft.com/office/officeart/2018/5/layout/IconCircleLabelList"/>
    <dgm:cxn modelId="{0C090056-D750-411A-8F76-6ED700870D50}" type="presOf" srcId="{77D6BD61-0ADD-453C-A962-4C63613434B5}" destId="{BFD5BE62-5A14-433A-BCA3-D96EA2FB608E}" srcOrd="0" destOrd="0" presId="urn:microsoft.com/office/officeart/2018/5/layout/IconCircleLabelList"/>
    <dgm:cxn modelId="{65EF6C57-D04B-4677-8E89-B15FCAFEE03F}" type="presOf" srcId="{52614FDB-C95A-4470-9651-68E22C7C85D2}" destId="{ECED51D6-B499-4493-802A-0EB1450F95DB}" srcOrd="0" destOrd="0" presId="urn:microsoft.com/office/officeart/2018/5/layout/IconCircleLabelList"/>
    <dgm:cxn modelId="{1C323595-E536-402E-B202-33FFD6645456}" srcId="{A0506E9F-60D5-46F8-88F4-5A9367BB2D55}" destId="{77D6BD61-0ADD-453C-A962-4C63613434B5}" srcOrd="2" destOrd="0" parTransId="{D214EF99-ACE7-4057-8C61-EFF6925E9D4A}" sibTransId="{425CD520-0A49-47F0-85BA-8FD34A56F4B2}"/>
    <dgm:cxn modelId="{6D2BDDB1-7CCE-4066-8D93-E15096892975}" type="presOf" srcId="{A0506E9F-60D5-46F8-88F4-5A9367BB2D55}" destId="{F994A516-F2D8-43CF-B037-6E45E1F004F6}" srcOrd="0" destOrd="0" presId="urn:microsoft.com/office/officeart/2018/5/layout/IconCircleLabelList"/>
    <dgm:cxn modelId="{745ABDB4-74C6-4FB9-91EB-50B75FDB529C}" srcId="{A0506E9F-60D5-46F8-88F4-5A9367BB2D55}" destId="{29AF0C3C-D2B3-4AC8-82CE-8D4D7073D374}" srcOrd="1" destOrd="0" parTransId="{24982C8D-8970-44D5-B006-4B1C6276D3B2}" sibTransId="{DFE23998-79EC-4FB7-BB90-9C5B0E2256D2}"/>
    <dgm:cxn modelId="{40C251FB-395D-413F-A2F8-30A539949FF0}" type="presParOf" srcId="{F994A516-F2D8-43CF-B037-6E45E1F004F6}" destId="{8A4E41B9-0C06-4EAB-A2FC-6077943140C5}" srcOrd="0" destOrd="0" presId="urn:microsoft.com/office/officeart/2018/5/layout/IconCircleLabelList"/>
    <dgm:cxn modelId="{20467814-551C-49C4-BD70-A4EB4FEAB64C}" type="presParOf" srcId="{8A4E41B9-0C06-4EAB-A2FC-6077943140C5}" destId="{EB4C2796-7BFA-45C4-835D-ADBDCE5332EA}" srcOrd="0" destOrd="0" presId="urn:microsoft.com/office/officeart/2018/5/layout/IconCircleLabelList"/>
    <dgm:cxn modelId="{1DA4B6B5-E4CD-4AA4-B788-417E19E5A34E}" type="presParOf" srcId="{8A4E41B9-0C06-4EAB-A2FC-6077943140C5}" destId="{15AF29FF-6DCA-4AE0-A486-8F87191C5427}" srcOrd="1" destOrd="0" presId="urn:microsoft.com/office/officeart/2018/5/layout/IconCircleLabelList"/>
    <dgm:cxn modelId="{378B90B3-9AD4-4FE9-AF6B-87F3FB1F518B}" type="presParOf" srcId="{8A4E41B9-0C06-4EAB-A2FC-6077943140C5}" destId="{D354FD05-3970-4613-AF90-CE85EA76DDC4}" srcOrd="2" destOrd="0" presId="urn:microsoft.com/office/officeart/2018/5/layout/IconCircleLabelList"/>
    <dgm:cxn modelId="{533D729B-4AEF-479E-8967-B1CDA864FBF0}" type="presParOf" srcId="{8A4E41B9-0C06-4EAB-A2FC-6077943140C5}" destId="{ECED51D6-B499-4493-802A-0EB1450F95DB}" srcOrd="3" destOrd="0" presId="urn:microsoft.com/office/officeart/2018/5/layout/IconCircleLabelList"/>
    <dgm:cxn modelId="{A4B4615D-E783-4605-A755-C81AAE2B01E4}" type="presParOf" srcId="{F994A516-F2D8-43CF-B037-6E45E1F004F6}" destId="{24AF17FC-1B2A-4323-970E-C5FF2F736D36}" srcOrd="1" destOrd="0" presId="urn:microsoft.com/office/officeart/2018/5/layout/IconCircleLabelList"/>
    <dgm:cxn modelId="{E378C3B3-330B-4537-8683-8EC972C1336D}" type="presParOf" srcId="{F994A516-F2D8-43CF-B037-6E45E1F004F6}" destId="{0D24C1EA-B3EA-40EB-86AB-48A821785A17}" srcOrd="2" destOrd="0" presId="urn:microsoft.com/office/officeart/2018/5/layout/IconCircleLabelList"/>
    <dgm:cxn modelId="{3E3A81DA-5A4C-4C92-8CFF-F34A711673A3}" type="presParOf" srcId="{0D24C1EA-B3EA-40EB-86AB-48A821785A17}" destId="{4D3C41C4-60D7-4A9C-963E-14421D20BD41}" srcOrd="0" destOrd="0" presId="urn:microsoft.com/office/officeart/2018/5/layout/IconCircleLabelList"/>
    <dgm:cxn modelId="{3F1DC1E5-F487-482A-AE2F-E40865162773}" type="presParOf" srcId="{0D24C1EA-B3EA-40EB-86AB-48A821785A17}" destId="{6CFCEC0C-10D8-47BA-9506-DCAA5AC8716C}" srcOrd="1" destOrd="0" presId="urn:microsoft.com/office/officeart/2018/5/layout/IconCircleLabelList"/>
    <dgm:cxn modelId="{BAB4F975-70FD-4401-A1F7-0B9ED5F79E9A}" type="presParOf" srcId="{0D24C1EA-B3EA-40EB-86AB-48A821785A17}" destId="{0D77F093-D98E-4BF3-8D90-276646537C59}" srcOrd="2" destOrd="0" presId="urn:microsoft.com/office/officeart/2018/5/layout/IconCircleLabelList"/>
    <dgm:cxn modelId="{440803DF-F80C-436D-A724-9089DDE89F38}" type="presParOf" srcId="{0D24C1EA-B3EA-40EB-86AB-48A821785A17}" destId="{1FBB50D0-459C-4C51-B11B-A483C38473B6}" srcOrd="3" destOrd="0" presId="urn:microsoft.com/office/officeart/2018/5/layout/IconCircleLabelList"/>
    <dgm:cxn modelId="{BC074F37-850F-4EF5-AB59-57B5D8FCCAC5}" type="presParOf" srcId="{F994A516-F2D8-43CF-B037-6E45E1F004F6}" destId="{895EB0EE-712F-4655-9303-18D90CB1DA8A}" srcOrd="3" destOrd="0" presId="urn:microsoft.com/office/officeart/2018/5/layout/IconCircleLabelList"/>
    <dgm:cxn modelId="{0034526F-A9C6-4FE9-84E9-A422C41D6872}" type="presParOf" srcId="{F994A516-F2D8-43CF-B037-6E45E1F004F6}" destId="{964E7708-4F99-4B11-8CC7-4E438D148B55}" srcOrd="4" destOrd="0" presId="urn:microsoft.com/office/officeart/2018/5/layout/IconCircleLabelList"/>
    <dgm:cxn modelId="{EE09A44F-4C5C-41DE-A337-BF21B4E02C14}" type="presParOf" srcId="{964E7708-4F99-4B11-8CC7-4E438D148B55}" destId="{5D88F53F-9BFD-4641-BA4D-BA4284F3EBDF}" srcOrd="0" destOrd="0" presId="urn:microsoft.com/office/officeart/2018/5/layout/IconCircleLabelList"/>
    <dgm:cxn modelId="{31AFE462-68C0-4E53-97B5-AD6E4076D813}" type="presParOf" srcId="{964E7708-4F99-4B11-8CC7-4E438D148B55}" destId="{109D9E54-4AAD-4C00-A8B4-47E1202F1195}" srcOrd="1" destOrd="0" presId="urn:microsoft.com/office/officeart/2018/5/layout/IconCircleLabelList"/>
    <dgm:cxn modelId="{0D4457C1-AA07-44D0-A49D-12F22AA3F847}" type="presParOf" srcId="{964E7708-4F99-4B11-8CC7-4E438D148B55}" destId="{C71CD6D9-A180-438C-A21B-C67F3CB1EFFC}" srcOrd="2" destOrd="0" presId="urn:microsoft.com/office/officeart/2018/5/layout/IconCircleLabelList"/>
    <dgm:cxn modelId="{E624EA6F-E46F-4644-B1F1-4D25D1AEDCAF}" type="presParOf" srcId="{964E7708-4F99-4B11-8CC7-4E438D148B55}" destId="{BFD5BE62-5A14-433A-BCA3-D96EA2FB608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FAB0398-8D01-443F-94B0-650F62CC0C1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1C4AB95-AABC-4A69-AB39-540C609D0056}">
      <dgm:prSet/>
      <dgm:spPr/>
      <dgm:t>
        <a:bodyPr/>
        <a:lstStyle/>
        <a:p>
          <a:r>
            <a:rPr lang="en-US"/>
            <a:t>Prompting is a skill</a:t>
          </a:r>
        </a:p>
      </dgm:t>
    </dgm:pt>
    <dgm:pt modelId="{40AE3338-FD46-44F9-AABC-E0CC40AA2DE6}" type="parTrans" cxnId="{DA7D575C-1A67-45A7-8BB5-C044ACF354DD}">
      <dgm:prSet/>
      <dgm:spPr/>
      <dgm:t>
        <a:bodyPr/>
        <a:lstStyle/>
        <a:p>
          <a:endParaRPr lang="en-US"/>
        </a:p>
      </dgm:t>
    </dgm:pt>
    <dgm:pt modelId="{4B2B8BE3-8C6E-4310-AD97-E4A6328432A1}" type="sibTrans" cxnId="{DA7D575C-1A67-45A7-8BB5-C044ACF354DD}">
      <dgm:prSet/>
      <dgm:spPr/>
      <dgm:t>
        <a:bodyPr/>
        <a:lstStyle/>
        <a:p>
          <a:endParaRPr lang="en-US"/>
        </a:p>
      </dgm:t>
    </dgm:pt>
    <dgm:pt modelId="{A005224D-1B57-437E-B44E-1E28BC7CD099}">
      <dgm:prSet/>
      <dgm:spPr/>
      <dgm:t>
        <a:bodyPr/>
        <a:lstStyle/>
        <a:p>
          <a:r>
            <a:rPr lang="en-US"/>
            <a:t>Structure improves results</a:t>
          </a:r>
        </a:p>
      </dgm:t>
    </dgm:pt>
    <dgm:pt modelId="{CCA856F8-7E14-4C14-BCE8-658579AF03C1}" type="parTrans" cxnId="{DE60009F-2850-4F63-A22B-C8257600ADDB}">
      <dgm:prSet/>
      <dgm:spPr/>
      <dgm:t>
        <a:bodyPr/>
        <a:lstStyle/>
        <a:p>
          <a:endParaRPr lang="en-US"/>
        </a:p>
      </dgm:t>
    </dgm:pt>
    <dgm:pt modelId="{30416B61-876F-4E39-8CDC-DF2B3EA93047}" type="sibTrans" cxnId="{DE60009F-2850-4F63-A22B-C8257600ADDB}">
      <dgm:prSet/>
      <dgm:spPr/>
      <dgm:t>
        <a:bodyPr/>
        <a:lstStyle/>
        <a:p>
          <a:endParaRPr lang="en-US"/>
        </a:p>
      </dgm:t>
    </dgm:pt>
    <dgm:pt modelId="{D088194B-B301-423B-8912-EF532F5C7C26}">
      <dgm:prSet/>
      <dgm:spPr/>
      <dgm:t>
        <a:bodyPr/>
        <a:lstStyle/>
        <a:p>
          <a:r>
            <a:rPr lang="en-US"/>
            <a:t>Iteration is essential</a:t>
          </a:r>
        </a:p>
      </dgm:t>
    </dgm:pt>
    <dgm:pt modelId="{0F3723BC-5338-497B-AF67-61BD7848C95D}" type="parTrans" cxnId="{3D075C89-0E8E-4ED3-9216-860109212FCD}">
      <dgm:prSet/>
      <dgm:spPr/>
      <dgm:t>
        <a:bodyPr/>
        <a:lstStyle/>
        <a:p>
          <a:endParaRPr lang="en-US"/>
        </a:p>
      </dgm:t>
    </dgm:pt>
    <dgm:pt modelId="{9AECEF81-0299-4F1C-976B-BEE501D1B4FC}" type="sibTrans" cxnId="{3D075C89-0E8E-4ED3-9216-860109212FCD}">
      <dgm:prSet/>
      <dgm:spPr/>
      <dgm:t>
        <a:bodyPr/>
        <a:lstStyle/>
        <a:p>
          <a:endParaRPr lang="en-US"/>
        </a:p>
      </dgm:t>
    </dgm:pt>
    <dgm:pt modelId="{7ECFF6B7-B098-884A-867F-FC3BD1E842DC}" type="pres">
      <dgm:prSet presAssocID="{FFAB0398-8D01-443F-94B0-650F62CC0C18}" presName="linear" presStyleCnt="0">
        <dgm:presLayoutVars>
          <dgm:animLvl val="lvl"/>
          <dgm:resizeHandles val="exact"/>
        </dgm:presLayoutVars>
      </dgm:prSet>
      <dgm:spPr/>
    </dgm:pt>
    <dgm:pt modelId="{6D99E7F4-50E3-DC42-8BFE-CED7C4606A60}" type="pres">
      <dgm:prSet presAssocID="{E1C4AB95-AABC-4A69-AB39-540C609D005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64900C9-502D-9D40-93F4-7D790892F5F9}" type="pres">
      <dgm:prSet presAssocID="{4B2B8BE3-8C6E-4310-AD97-E4A6328432A1}" presName="spacer" presStyleCnt="0"/>
      <dgm:spPr/>
    </dgm:pt>
    <dgm:pt modelId="{A86006C5-F341-624D-B1BD-E00A6C56B4E0}" type="pres">
      <dgm:prSet presAssocID="{A005224D-1B57-437E-B44E-1E28BC7CD09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5AB54FD-E6B2-CC42-91B7-B21BFC8C8E36}" type="pres">
      <dgm:prSet presAssocID="{30416B61-876F-4E39-8CDC-DF2B3EA93047}" presName="spacer" presStyleCnt="0"/>
      <dgm:spPr/>
    </dgm:pt>
    <dgm:pt modelId="{B10D357D-4776-3545-810D-3BEAF79B57BA}" type="pres">
      <dgm:prSet presAssocID="{D088194B-B301-423B-8912-EF532F5C7C2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A7D575C-1A67-45A7-8BB5-C044ACF354DD}" srcId="{FFAB0398-8D01-443F-94B0-650F62CC0C18}" destId="{E1C4AB95-AABC-4A69-AB39-540C609D0056}" srcOrd="0" destOrd="0" parTransId="{40AE3338-FD46-44F9-AABC-E0CC40AA2DE6}" sibTransId="{4B2B8BE3-8C6E-4310-AD97-E4A6328432A1}"/>
    <dgm:cxn modelId="{3D075C89-0E8E-4ED3-9216-860109212FCD}" srcId="{FFAB0398-8D01-443F-94B0-650F62CC0C18}" destId="{D088194B-B301-423B-8912-EF532F5C7C26}" srcOrd="2" destOrd="0" parTransId="{0F3723BC-5338-497B-AF67-61BD7848C95D}" sibTransId="{9AECEF81-0299-4F1C-976B-BEE501D1B4FC}"/>
    <dgm:cxn modelId="{DE60009F-2850-4F63-A22B-C8257600ADDB}" srcId="{FFAB0398-8D01-443F-94B0-650F62CC0C18}" destId="{A005224D-1B57-437E-B44E-1E28BC7CD099}" srcOrd="1" destOrd="0" parTransId="{CCA856F8-7E14-4C14-BCE8-658579AF03C1}" sibTransId="{30416B61-876F-4E39-8CDC-DF2B3EA93047}"/>
    <dgm:cxn modelId="{90CC7BC9-E607-4D4C-846F-71F5A352F9F4}" type="presOf" srcId="{D088194B-B301-423B-8912-EF532F5C7C26}" destId="{B10D357D-4776-3545-810D-3BEAF79B57BA}" srcOrd="0" destOrd="0" presId="urn:microsoft.com/office/officeart/2005/8/layout/vList2"/>
    <dgm:cxn modelId="{B65E22E3-EAC1-D040-803A-1C16F566F424}" type="presOf" srcId="{E1C4AB95-AABC-4A69-AB39-540C609D0056}" destId="{6D99E7F4-50E3-DC42-8BFE-CED7C4606A60}" srcOrd="0" destOrd="0" presId="urn:microsoft.com/office/officeart/2005/8/layout/vList2"/>
    <dgm:cxn modelId="{BFA4B5E9-30CF-5347-8A90-22C4FB55455B}" type="presOf" srcId="{FFAB0398-8D01-443F-94B0-650F62CC0C18}" destId="{7ECFF6B7-B098-884A-867F-FC3BD1E842DC}" srcOrd="0" destOrd="0" presId="urn:microsoft.com/office/officeart/2005/8/layout/vList2"/>
    <dgm:cxn modelId="{957A88F1-90C8-7E4A-A128-1A21967B6A19}" type="presOf" srcId="{A005224D-1B57-437E-B44E-1E28BC7CD099}" destId="{A86006C5-F341-624D-B1BD-E00A6C56B4E0}" srcOrd="0" destOrd="0" presId="urn:microsoft.com/office/officeart/2005/8/layout/vList2"/>
    <dgm:cxn modelId="{A78A37F3-1A8C-5D46-8BC1-CA657186CB44}" type="presParOf" srcId="{7ECFF6B7-B098-884A-867F-FC3BD1E842DC}" destId="{6D99E7F4-50E3-DC42-8BFE-CED7C4606A60}" srcOrd="0" destOrd="0" presId="urn:microsoft.com/office/officeart/2005/8/layout/vList2"/>
    <dgm:cxn modelId="{F58F8F80-8FEC-CD4E-BAA1-E80BB2583702}" type="presParOf" srcId="{7ECFF6B7-B098-884A-867F-FC3BD1E842DC}" destId="{F64900C9-502D-9D40-93F4-7D790892F5F9}" srcOrd="1" destOrd="0" presId="urn:microsoft.com/office/officeart/2005/8/layout/vList2"/>
    <dgm:cxn modelId="{F26D96BF-2FD5-604D-8EF1-FB4BFC8A6F65}" type="presParOf" srcId="{7ECFF6B7-B098-884A-867F-FC3BD1E842DC}" destId="{A86006C5-F341-624D-B1BD-E00A6C56B4E0}" srcOrd="2" destOrd="0" presId="urn:microsoft.com/office/officeart/2005/8/layout/vList2"/>
    <dgm:cxn modelId="{64063540-A443-3D45-9239-18CF39CEE9BE}" type="presParOf" srcId="{7ECFF6B7-B098-884A-867F-FC3BD1E842DC}" destId="{25AB54FD-E6B2-CC42-91B7-B21BFC8C8E36}" srcOrd="3" destOrd="0" presId="urn:microsoft.com/office/officeart/2005/8/layout/vList2"/>
    <dgm:cxn modelId="{6AC18700-D251-184F-8B8A-5B984800C86C}" type="presParOf" srcId="{7ECFF6B7-B098-884A-867F-FC3BD1E842DC}" destId="{B10D357D-4776-3545-810D-3BEAF79B57B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8DE7184-A9EE-4F2B-8787-7B1F276755F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7156480-8F25-44F3-9365-00677D9781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AXB199@SHSU.EDU</a:t>
          </a:r>
        </a:p>
      </dgm:t>
    </dgm:pt>
    <dgm:pt modelId="{330BCE66-EC20-4478-B33A-44F160B3F9E2}" type="parTrans" cxnId="{BCCFD31B-6DB0-441C-A240-ED6A25DA3779}">
      <dgm:prSet/>
      <dgm:spPr/>
      <dgm:t>
        <a:bodyPr/>
        <a:lstStyle/>
        <a:p>
          <a:endParaRPr lang="en-US"/>
        </a:p>
      </dgm:t>
    </dgm:pt>
    <dgm:pt modelId="{2ABFD10A-2015-498E-B956-4488E40FC2A5}" type="sibTrans" cxnId="{BCCFD31B-6DB0-441C-A240-ED6A25DA3779}">
      <dgm:prSet/>
      <dgm:spPr/>
      <dgm:t>
        <a:bodyPr/>
        <a:lstStyle/>
        <a:p>
          <a:endParaRPr lang="en-US"/>
        </a:p>
      </dgm:t>
    </dgm:pt>
    <dgm:pt modelId="{A5DE62D1-8454-4FBA-BF2A-48153FBBA30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hlinkClick xmlns:r="http://schemas.openxmlformats.org/officeDocument/2006/relationships" r:id="rId1"/>
            </a:rPr>
            <a:t>Feedback</a:t>
          </a:r>
          <a:endParaRPr lang="en-US" dirty="0"/>
        </a:p>
      </dgm:t>
    </dgm:pt>
    <dgm:pt modelId="{C4626712-0F7C-49A4-9C96-78AB1602AC47}" type="parTrans" cxnId="{D932C0BD-4FE2-4969-8AC4-40A5546AC12E}">
      <dgm:prSet/>
      <dgm:spPr/>
      <dgm:t>
        <a:bodyPr/>
        <a:lstStyle/>
        <a:p>
          <a:endParaRPr lang="en-US"/>
        </a:p>
      </dgm:t>
    </dgm:pt>
    <dgm:pt modelId="{444E9D6E-AE39-4A9E-AF1E-FD7F362B4DF4}" type="sibTrans" cxnId="{D932C0BD-4FE2-4969-8AC4-40A5546AC12E}">
      <dgm:prSet/>
      <dgm:spPr/>
      <dgm:t>
        <a:bodyPr/>
        <a:lstStyle/>
        <a:p>
          <a:endParaRPr lang="en-US"/>
        </a:p>
      </dgm:t>
    </dgm:pt>
    <dgm:pt modelId="{34371B39-5CF0-4C15-8594-99E8ACE6A569}" type="pres">
      <dgm:prSet presAssocID="{B8DE7184-A9EE-4F2B-8787-7B1F276755FF}" presName="root" presStyleCnt="0">
        <dgm:presLayoutVars>
          <dgm:dir/>
          <dgm:resizeHandles val="exact"/>
        </dgm:presLayoutVars>
      </dgm:prSet>
      <dgm:spPr/>
    </dgm:pt>
    <dgm:pt modelId="{6F2459F2-8B5F-43E7-A0E9-CB9B4780D626}" type="pres">
      <dgm:prSet presAssocID="{87156480-8F25-44F3-9365-00677D978133}" presName="compNode" presStyleCnt="0"/>
      <dgm:spPr/>
    </dgm:pt>
    <dgm:pt modelId="{B7AFF19F-65E6-484A-A2A1-A10E223F3488}" type="pres">
      <dgm:prSet presAssocID="{87156480-8F25-44F3-9365-00677D978133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768881E-74D4-4850-90EF-D0EAEF10F93C}" type="pres">
      <dgm:prSet presAssocID="{87156480-8F25-44F3-9365-00677D97813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45397C1D-491D-4913-BEF2-F1B0AA257C8E}" type="pres">
      <dgm:prSet presAssocID="{87156480-8F25-44F3-9365-00677D978133}" presName="spaceRect" presStyleCnt="0"/>
      <dgm:spPr/>
    </dgm:pt>
    <dgm:pt modelId="{AF6203C6-AF77-4594-85D5-54F6B807028A}" type="pres">
      <dgm:prSet presAssocID="{87156480-8F25-44F3-9365-00677D978133}" presName="textRect" presStyleLbl="revTx" presStyleIdx="0" presStyleCnt="2">
        <dgm:presLayoutVars>
          <dgm:chMax val="1"/>
          <dgm:chPref val="1"/>
        </dgm:presLayoutVars>
      </dgm:prSet>
      <dgm:spPr/>
    </dgm:pt>
    <dgm:pt modelId="{FE97EFBB-DA02-4540-8AC9-3D621A505D02}" type="pres">
      <dgm:prSet presAssocID="{2ABFD10A-2015-498E-B956-4488E40FC2A5}" presName="sibTrans" presStyleCnt="0"/>
      <dgm:spPr/>
    </dgm:pt>
    <dgm:pt modelId="{88C7F9C3-DF4D-45AF-8F7A-012A3C9DB453}" type="pres">
      <dgm:prSet presAssocID="{A5DE62D1-8454-4FBA-BF2A-48153FBBA308}" presName="compNode" presStyleCnt="0"/>
      <dgm:spPr/>
    </dgm:pt>
    <dgm:pt modelId="{788D45D5-498E-454D-9FB4-D413BA7B0908}" type="pres">
      <dgm:prSet presAssocID="{A5DE62D1-8454-4FBA-BF2A-48153FBBA308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912E9D3-05A1-4DC7-8CE3-C128CA435BF0}" type="pres">
      <dgm:prSet presAssocID="{A5DE62D1-8454-4FBA-BF2A-48153FBBA30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B324109-0411-4F64-B7DA-CDA05E4D6287}" type="pres">
      <dgm:prSet presAssocID="{A5DE62D1-8454-4FBA-BF2A-48153FBBA308}" presName="spaceRect" presStyleCnt="0"/>
      <dgm:spPr/>
    </dgm:pt>
    <dgm:pt modelId="{B7B84172-6AB1-4E63-ACC2-685D093B9703}" type="pres">
      <dgm:prSet presAssocID="{A5DE62D1-8454-4FBA-BF2A-48153FBBA30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CCFD31B-6DB0-441C-A240-ED6A25DA3779}" srcId="{B8DE7184-A9EE-4F2B-8787-7B1F276755FF}" destId="{87156480-8F25-44F3-9365-00677D978133}" srcOrd="0" destOrd="0" parTransId="{330BCE66-EC20-4478-B33A-44F160B3F9E2}" sibTransId="{2ABFD10A-2015-498E-B956-4488E40FC2A5}"/>
    <dgm:cxn modelId="{FB7F2826-3824-5F4F-8C67-A5598B94C50A}" type="presOf" srcId="{A5DE62D1-8454-4FBA-BF2A-48153FBBA308}" destId="{B7B84172-6AB1-4E63-ACC2-685D093B9703}" srcOrd="0" destOrd="0" presId="urn:microsoft.com/office/officeart/2018/5/layout/IconLeafLabelList"/>
    <dgm:cxn modelId="{D57A2B52-2E28-E047-9EB5-54EB3DA65C35}" type="presOf" srcId="{B8DE7184-A9EE-4F2B-8787-7B1F276755FF}" destId="{34371B39-5CF0-4C15-8594-99E8ACE6A569}" srcOrd="0" destOrd="0" presId="urn:microsoft.com/office/officeart/2018/5/layout/IconLeafLabelList"/>
    <dgm:cxn modelId="{55206178-2B1D-2A45-8C06-AEF46BD6A7DD}" type="presOf" srcId="{87156480-8F25-44F3-9365-00677D978133}" destId="{AF6203C6-AF77-4594-85D5-54F6B807028A}" srcOrd="0" destOrd="0" presId="urn:microsoft.com/office/officeart/2018/5/layout/IconLeafLabelList"/>
    <dgm:cxn modelId="{D932C0BD-4FE2-4969-8AC4-40A5546AC12E}" srcId="{B8DE7184-A9EE-4F2B-8787-7B1F276755FF}" destId="{A5DE62D1-8454-4FBA-BF2A-48153FBBA308}" srcOrd="1" destOrd="0" parTransId="{C4626712-0F7C-49A4-9C96-78AB1602AC47}" sibTransId="{444E9D6E-AE39-4A9E-AF1E-FD7F362B4DF4}"/>
    <dgm:cxn modelId="{50EDDD3D-7D89-8F45-B399-73E5736F1DAC}" type="presParOf" srcId="{34371B39-5CF0-4C15-8594-99E8ACE6A569}" destId="{6F2459F2-8B5F-43E7-A0E9-CB9B4780D626}" srcOrd="0" destOrd="0" presId="urn:microsoft.com/office/officeart/2018/5/layout/IconLeafLabelList"/>
    <dgm:cxn modelId="{B3B95B15-7C12-1F40-85ED-AA8B570657D2}" type="presParOf" srcId="{6F2459F2-8B5F-43E7-A0E9-CB9B4780D626}" destId="{B7AFF19F-65E6-484A-A2A1-A10E223F3488}" srcOrd="0" destOrd="0" presId="urn:microsoft.com/office/officeart/2018/5/layout/IconLeafLabelList"/>
    <dgm:cxn modelId="{B163C412-045C-EF4C-8BC4-FC5684A7E71E}" type="presParOf" srcId="{6F2459F2-8B5F-43E7-A0E9-CB9B4780D626}" destId="{3768881E-74D4-4850-90EF-D0EAEF10F93C}" srcOrd="1" destOrd="0" presId="urn:microsoft.com/office/officeart/2018/5/layout/IconLeafLabelList"/>
    <dgm:cxn modelId="{7DB2F912-BD71-FC40-9163-782B60F0E4C4}" type="presParOf" srcId="{6F2459F2-8B5F-43E7-A0E9-CB9B4780D626}" destId="{45397C1D-491D-4913-BEF2-F1B0AA257C8E}" srcOrd="2" destOrd="0" presId="urn:microsoft.com/office/officeart/2018/5/layout/IconLeafLabelList"/>
    <dgm:cxn modelId="{B8DF11E7-BF2C-CA48-84F1-A28390E3C476}" type="presParOf" srcId="{6F2459F2-8B5F-43E7-A0E9-CB9B4780D626}" destId="{AF6203C6-AF77-4594-85D5-54F6B807028A}" srcOrd="3" destOrd="0" presId="urn:microsoft.com/office/officeart/2018/5/layout/IconLeafLabelList"/>
    <dgm:cxn modelId="{8EF5495D-737A-0548-8813-436813C25F5A}" type="presParOf" srcId="{34371B39-5CF0-4C15-8594-99E8ACE6A569}" destId="{FE97EFBB-DA02-4540-8AC9-3D621A505D02}" srcOrd="1" destOrd="0" presId="urn:microsoft.com/office/officeart/2018/5/layout/IconLeafLabelList"/>
    <dgm:cxn modelId="{3070745F-34CD-CC42-86C9-BDE1ACE4CA92}" type="presParOf" srcId="{34371B39-5CF0-4C15-8594-99E8ACE6A569}" destId="{88C7F9C3-DF4D-45AF-8F7A-012A3C9DB453}" srcOrd="2" destOrd="0" presId="urn:microsoft.com/office/officeart/2018/5/layout/IconLeafLabelList"/>
    <dgm:cxn modelId="{6F9A7588-1D25-D746-9481-F29AD1CDAA55}" type="presParOf" srcId="{88C7F9C3-DF4D-45AF-8F7A-012A3C9DB453}" destId="{788D45D5-498E-454D-9FB4-D413BA7B0908}" srcOrd="0" destOrd="0" presId="urn:microsoft.com/office/officeart/2018/5/layout/IconLeafLabelList"/>
    <dgm:cxn modelId="{EEB1FDE5-D5E9-B84D-8979-FC1CCFC6A886}" type="presParOf" srcId="{88C7F9C3-DF4D-45AF-8F7A-012A3C9DB453}" destId="{3912E9D3-05A1-4DC7-8CE3-C128CA435BF0}" srcOrd="1" destOrd="0" presId="urn:microsoft.com/office/officeart/2018/5/layout/IconLeafLabelList"/>
    <dgm:cxn modelId="{3868608F-79BE-214D-89B4-15E88E78D9D5}" type="presParOf" srcId="{88C7F9C3-DF4D-45AF-8F7A-012A3C9DB453}" destId="{9B324109-0411-4F64-B7DA-CDA05E4D6287}" srcOrd="2" destOrd="0" presId="urn:microsoft.com/office/officeart/2018/5/layout/IconLeafLabelList"/>
    <dgm:cxn modelId="{9C8E65D4-764F-2241-8EDD-AE488E213ED8}" type="presParOf" srcId="{88C7F9C3-DF4D-45AF-8F7A-012A3C9DB453}" destId="{B7B84172-6AB1-4E63-ACC2-685D093B970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110B1-E917-45E2-8BFB-F50959660EB9}">
      <dsp:nvSpPr>
        <dsp:cNvPr id="0" name=""/>
        <dsp:cNvSpPr/>
      </dsp:nvSpPr>
      <dsp:spPr>
        <a:xfrm>
          <a:off x="730349" y="375669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EED7A9-2C30-42E7-A645-B8FD9FF72749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18C61-0786-41BF-8A8B-3E74D35F352F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Instruction given to AI</a:t>
          </a:r>
        </a:p>
      </dsp:txBody>
      <dsp:txXfrm>
        <a:off x="28349" y="3255669"/>
        <a:ext cx="3600000" cy="720000"/>
      </dsp:txXfrm>
    </dsp:sp>
    <dsp:sp modelId="{A6AC8353-320B-4694-8207-2E501451B323}">
      <dsp:nvSpPr>
        <dsp:cNvPr id="0" name=""/>
        <dsp:cNvSpPr/>
      </dsp:nvSpPr>
      <dsp:spPr>
        <a:xfrm>
          <a:off x="4960350" y="375669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217AA-B76E-4C6E-AAB9-D9E87CC8D981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D44A5-DD02-435F-9807-AF733B10DF29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Includes task, context, constraints, format</a:t>
          </a:r>
        </a:p>
      </dsp:txBody>
      <dsp:txXfrm>
        <a:off x="4258350" y="3255669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FE394-D95D-D048-8777-94FF2DDE6318}">
      <dsp:nvSpPr>
        <dsp:cNvPr id="0" name=""/>
        <dsp:cNvSpPr/>
      </dsp:nvSpPr>
      <dsp:spPr>
        <a:xfrm>
          <a:off x="962" y="1049272"/>
          <a:ext cx="3754654" cy="22527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Weak: Explain this topic</a:t>
          </a:r>
        </a:p>
      </dsp:txBody>
      <dsp:txXfrm>
        <a:off x="962" y="1049272"/>
        <a:ext cx="3754654" cy="2252792"/>
      </dsp:txXfrm>
    </dsp:sp>
    <dsp:sp modelId="{FD3CA8AD-EAF4-CB46-82DF-C311325D1181}">
      <dsp:nvSpPr>
        <dsp:cNvPr id="0" name=""/>
        <dsp:cNvSpPr/>
      </dsp:nvSpPr>
      <dsp:spPr>
        <a:xfrm>
          <a:off x="4131082" y="1049272"/>
          <a:ext cx="3754654" cy="225279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Strong: Explain formative assessment for first-year students in 3 bullet points</a:t>
          </a:r>
        </a:p>
      </dsp:txBody>
      <dsp:txXfrm>
        <a:off x="4131082" y="1049272"/>
        <a:ext cx="3754654" cy="22527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2CDC88-E20B-C441-AF6F-F368956E83DB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Role</a:t>
          </a:r>
        </a:p>
      </dsp:txBody>
      <dsp:txXfrm>
        <a:off x="429570" y="472"/>
        <a:ext cx="3346456" cy="2007873"/>
      </dsp:txXfrm>
    </dsp:sp>
    <dsp:sp modelId="{68B2CF5B-34DB-DE47-BFE5-43E23E616D62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Task</a:t>
          </a:r>
        </a:p>
      </dsp:txBody>
      <dsp:txXfrm>
        <a:off x="4110672" y="472"/>
        <a:ext cx="3346456" cy="2007873"/>
      </dsp:txXfrm>
    </dsp:sp>
    <dsp:sp modelId="{110E016D-3992-EB40-93D3-61DCC690DCD9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Context</a:t>
          </a:r>
        </a:p>
      </dsp:txBody>
      <dsp:txXfrm>
        <a:off x="429570" y="2342991"/>
        <a:ext cx="3346456" cy="2007873"/>
      </dsp:txXfrm>
    </dsp:sp>
    <dsp:sp modelId="{5DA8D6BB-9E58-4742-9CFE-386D744AABC4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Format</a:t>
          </a:r>
        </a:p>
      </dsp:txBody>
      <dsp:txXfrm>
        <a:off x="4110672" y="2342991"/>
        <a:ext cx="3346456" cy="20078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58E6B-54AB-4C51-9B0F-3683E0F8E07D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330221-CDEC-4DB0-B1BF-7C71C5C4E99C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0DC73-056C-4EF2-BE7F-62E68AD6F596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Act as an instructional designer</a:t>
          </a:r>
        </a:p>
      </dsp:txBody>
      <dsp:txXfrm>
        <a:off x="2092" y="2524067"/>
        <a:ext cx="1741992" cy="696796"/>
      </dsp:txXfrm>
    </dsp:sp>
    <dsp:sp modelId="{19ED4C56-237E-4DC8-91D2-9928035B7503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A0EA5C-DABF-4B35-81DE-717C79319FF7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0A9D72-826F-4620-9D75-9203A93B3282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Create a 10-min activity for biology class</a:t>
          </a:r>
        </a:p>
      </dsp:txBody>
      <dsp:txXfrm>
        <a:off x="2048933" y="2524067"/>
        <a:ext cx="1741992" cy="696796"/>
      </dsp:txXfrm>
    </dsp:sp>
    <dsp:sp modelId="{BE660AC1-F9CE-4794-B10A-50A2DF2DB111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465EF0-AC60-431E-A9B9-708DA87FB4D9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1EA96-0B2F-436C-AE00-25EE2F1D325A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Include steps and outcomes</a:t>
          </a:r>
        </a:p>
      </dsp:txBody>
      <dsp:txXfrm>
        <a:off x="4095774" y="2524067"/>
        <a:ext cx="1741992" cy="696796"/>
      </dsp:txXfrm>
    </dsp:sp>
    <dsp:sp modelId="{20A98C3E-6FC1-4C40-B520-BC117F1E918D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F485E-8F51-4925-98B3-092F3BA75F2A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0CBF8-5A49-4640-87BD-F5DBD4494F42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Provide PowerPoint and worksheet that goes along with the lesson</a:t>
          </a:r>
        </a:p>
      </dsp:txBody>
      <dsp:txXfrm>
        <a:off x="6142615" y="2524067"/>
        <a:ext cx="1741992" cy="6967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C72CB-5A72-4D58-8816-363B8A24F3B7}">
      <dsp:nvSpPr>
        <dsp:cNvPr id="0" name=""/>
        <dsp:cNvSpPr/>
      </dsp:nvSpPr>
      <dsp:spPr>
        <a:xfrm>
          <a:off x="530099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93B7E-C83C-4079-A101-D30C5757C582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483CF-77FE-4A27-BF3C-091EB297ABB8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Define audience</a:t>
          </a:r>
        </a:p>
      </dsp:txBody>
      <dsp:txXfrm>
        <a:off x="80381" y="2738169"/>
        <a:ext cx="2306250" cy="720000"/>
      </dsp:txXfrm>
    </dsp:sp>
    <dsp:sp modelId="{70F2D239-1689-4162-9DD9-3DBE3FDFEA98}">
      <dsp:nvSpPr>
        <dsp:cNvPr id="0" name=""/>
        <dsp:cNvSpPr/>
      </dsp:nvSpPr>
      <dsp:spPr>
        <a:xfrm>
          <a:off x="3239943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73C281-C942-485B-8CC6-99936EA8D185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73D6F2-1894-43C6-A80E-BBDC84276060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Define purpose</a:t>
          </a:r>
        </a:p>
      </dsp:txBody>
      <dsp:txXfrm>
        <a:off x="2790224" y="2738169"/>
        <a:ext cx="2306250" cy="720000"/>
      </dsp:txXfrm>
    </dsp:sp>
    <dsp:sp modelId="{48263621-4F85-4C26-80A0-2FB7BBA1957A}">
      <dsp:nvSpPr>
        <dsp:cNvPr id="0" name=""/>
        <dsp:cNvSpPr/>
      </dsp:nvSpPr>
      <dsp:spPr>
        <a:xfrm>
          <a:off x="5949787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C23D5-0B75-4476-A5F8-ECFC8484573C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911C3-28A6-4037-BC4C-BAC98012AC66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Define scope</a:t>
          </a:r>
        </a:p>
      </dsp:txBody>
      <dsp:txXfrm>
        <a:off x="5500068" y="2738169"/>
        <a:ext cx="2306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70454-A8F3-4C5D-B0CD-03D5107FC962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12745-A065-4A98-91CC-E88BA6CFECD0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A5708B-F2A2-4B19-AAA1-FCC36FE2D091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Length</a:t>
          </a:r>
        </a:p>
      </dsp:txBody>
      <dsp:txXfrm>
        <a:off x="80381" y="2738169"/>
        <a:ext cx="2306250" cy="720000"/>
      </dsp:txXfrm>
    </dsp:sp>
    <dsp:sp modelId="{D5BE7BA5-BD01-47D4-97AB-2E5B01963F4A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857A82-D603-4A13-9D41-207D7759B067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909948-E272-4643-8602-07790A290AF4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Format</a:t>
          </a:r>
        </a:p>
      </dsp:txBody>
      <dsp:txXfrm>
        <a:off x="2790224" y="2738169"/>
        <a:ext cx="2306250" cy="720000"/>
      </dsp:txXfrm>
    </dsp:sp>
    <dsp:sp modelId="{FD039DF9-3A2F-403B-A347-706BAA9DDF26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6888E-1921-47C8-B67F-D2EAA32D882B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03303-EEC4-46B5-BBA6-953A1823D664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Tone</a:t>
          </a:r>
        </a:p>
      </dsp:txBody>
      <dsp:txXfrm>
        <a:off x="5500068" y="2738169"/>
        <a:ext cx="2306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79B096-0808-0C4D-9448-439DFB01FADA}">
      <dsp:nvSpPr>
        <dsp:cNvPr id="0" name=""/>
        <dsp:cNvSpPr/>
      </dsp:nvSpPr>
      <dsp:spPr>
        <a:xfrm>
          <a:off x="0" y="450453"/>
          <a:ext cx="2464593" cy="345043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Start simple</a:t>
          </a:r>
        </a:p>
      </dsp:txBody>
      <dsp:txXfrm>
        <a:off x="0" y="1761617"/>
        <a:ext cx="2464593" cy="2070258"/>
      </dsp:txXfrm>
    </dsp:sp>
    <dsp:sp modelId="{439BA896-7C3E-FA44-A51E-CF0E9CD7FC4E}">
      <dsp:nvSpPr>
        <dsp:cNvPr id="0" name=""/>
        <dsp:cNvSpPr/>
      </dsp:nvSpPr>
      <dsp:spPr>
        <a:xfrm>
          <a:off x="714732" y="795496"/>
          <a:ext cx="1035129" cy="103512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6323" y="947087"/>
        <a:ext cx="731947" cy="731947"/>
      </dsp:txXfrm>
    </dsp:sp>
    <dsp:sp modelId="{249F67D1-93C2-4947-93A9-D4B6F13888D7}">
      <dsp:nvSpPr>
        <dsp:cNvPr id="0" name=""/>
        <dsp:cNvSpPr/>
      </dsp:nvSpPr>
      <dsp:spPr>
        <a:xfrm>
          <a:off x="0" y="3900812"/>
          <a:ext cx="2464593" cy="72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4837BC-3890-8C45-A0E7-C98DA6EA853A}">
      <dsp:nvSpPr>
        <dsp:cNvPr id="0" name=""/>
        <dsp:cNvSpPr/>
      </dsp:nvSpPr>
      <dsp:spPr>
        <a:xfrm>
          <a:off x="2711053" y="450453"/>
          <a:ext cx="2464593" cy="3450431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Refine output</a:t>
          </a:r>
        </a:p>
      </dsp:txBody>
      <dsp:txXfrm>
        <a:off x="2711053" y="1761617"/>
        <a:ext cx="2464593" cy="2070258"/>
      </dsp:txXfrm>
    </dsp:sp>
    <dsp:sp modelId="{9B3D97AE-30BA-B143-9FAA-33F28CCB0D14}">
      <dsp:nvSpPr>
        <dsp:cNvPr id="0" name=""/>
        <dsp:cNvSpPr/>
      </dsp:nvSpPr>
      <dsp:spPr>
        <a:xfrm>
          <a:off x="3425785" y="795496"/>
          <a:ext cx="1035129" cy="1035129"/>
        </a:xfrm>
        <a:prstGeom prst="ellips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77376" y="947087"/>
        <a:ext cx="731947" cy="731947"/>
      </dsp:txXfrm>
    </dsp:sp>
    <dsp:sp modelId="{8B1BF956-918B-954D-B13F-89EB666DAD39}">
      <dsp:nvSpPr>
        <dsp:cNvPr id="0" name=""/>
        <dsp:cNvSpPr/>
      </dsp:nvSpPr>
      <dsp:spPr>
        <a:xfrm>
          <a:off x="2711053" y="3900812"/>
          <a:ext cx="2464593" cy="72"/>
        </a:xfrm>
        <a:prstGeom prst="rect">
          <a:avLst/>
        </a:prstGeom>
        <a:solidFill>
          <a:schemeClr val="accent2">
            <a:hueOff val="2808912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2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3485A5-CA24-0E48-BD61-A00DBBB943CD}">
      <dsp:nvSpPr>
        <dsp:cNvPr id="0" name=""/>
        <dsp:cNvSpPr/>
      </dsp:nvSpPr>
      <dsp:spPr>
        <a:xfrm>
          <a:off x="5422106" y="450453"/>
          <a:ext cx="2464593" cy="3450431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Ask follow-ups</a:t>
          </a:r>
        </a:p>
      </dsp:txBody>
      <dsp:txXfrm>
        <a:off x="5422106" y="1761617"/>
        <a:ext cx="2464593" cy="2070258"/>
      </dsp:txXfrm>
    </dsp:sp>
    <dsp:sp modelId="{17D7E0A1-0003-AA48-B834-1210BEB4BFD5}">
      <dsp:nvSpPr>
        <dsp:cNvPr id="0" name=""/>
        <dsp:cNvSpPr/>
      </dsp:nvSpPr>
      <dsp:spPr>
        <a:xfrm>
          <a:off x="6136838" y="795496"/>
          <a:ext cx="1035129" cy="1035129"/>
        </a:xfrm>
        <a:prstGeom prst="ellipse">
          <a:avLst/>
        </a:prstGeom>
        <a:solidFill>
          <a:schemeClr val="accent2">
            <a:hueOff val="3745216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6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88429" y="947087"/>
        <a:ext cx="731947" cy="731947"/>
      </dsp:txXfrm>
    </dsp:sp>
    <dsp:sp modelId="{42D92FBC-DD0C-C446-9AD1-E0F6E08253E8}">
      <dsp:nvSpPr>
        <dsp:cNvPr id="0" name=""/>
        <dsp:cNvSpPr/>
      </dsp:nvSpPr>
      <dsp:spPr>
        <a:xfrm>
          <a:off x="5422106" y="3900812"/>
          <a:ext cx="2464593" cy="72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43788C-F7FE-8A4F-8E28-B4BB24A80234}">
      <dsp:nvSpPr>
        <dsp:cNvPr id="0" name=""/>
        <dsp:cNvSpPr/>
      </dsp:nvSpPr>
      <dsp:spPr>
        <a:xfrm>
          <a:off x="0" y="38506"/>
          <a:ext cx="7886700" cy="13191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Lesson plans</a:t>
          </a:r>
        </a:p>
      </dsp:txBody>
      <dsp:txXfrm>
        <a:off x="64397" y="102903"/>
        <a:ext cx="7757906" cy="1190381"/>
      </dsp:txXfrm>
    </dsp:sp>
    <dsp:sp modelId="{8BB1612E-BFA9-A14E-96CD-CC90A2164E45}">
      <dsp:nvSpPr>
        <dsp:cNvPr id="0" name=""/>
        <dsp:cNvSpPr/>
      </dsp:nvSpPr>
      <dsp:spPr>
        <a:xfrm>
          <a:off x="0" y="1516081"/>
          <a:ext cx="7886700" cy="1319175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Discussion questions</a:t>
          </a:r>
        </a:p>
      </dsp:txBody>
      <dsp:txXfrm>
        <a:off x="64397" y="1580478"/>
        <a:ext cx="7757906" cy="1190381"/>
      </dsp:txXfrm>
    </dsp:sp>
    <dsp:sp modelId="{D5923D59-6950-544D-B55E-234A22A7CE96}">
      <dsp:nvSpPr>
        <dsp:cNvPr id="0" name=""/>
        <dsp:cNvSpPr/>
      </dsp:nvSpPr>
      <dsp:spPr>
        <a:xfrm>
          <a:off x="0" y="2993656"/>
          <a:ext cx="7886700" cy="1319175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Differentiation</a:t>
          </a:r>
        </a:p>
      </dsp:txBody>
      <dsp:txXfrm>
        <a:off x="64397" y="3058053"/>
        <a:ext cx="7757906" cy="11903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E605BF-1E8E-2F4F-8ABE-63A91B86E53F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Context: First-year course, mixed readiness</a:t>
          </a:r>
        </a:p>
      </dsp:txBody>
      <dsp:txXfrm>
        <a:off x="429570" y="472"/>
        <a:ext cx="3346456" cy="2007873"/>
      </dsp:txXfrm>
    </dsp:sp>
    <dsp:sp modelId="{0282085E-C1C1-4F45-AAFB-3DE3A01EF6BB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Task: Create a 15-min activity</a:t>
          </a:r>
        </a:p>
      </dsp:txBody>
      <dsp:txXfrm>
        <a:off x="4110672" y="472"/>
        <a:ext cx="3346456" cy="2007873"/>
      </dsp:txXfrm>
    </dsp:sp>
    <dsp:sp modelId="{05768642-9007-6D4C-BDDF-5332F91F1708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Challenge: Include differentiation + steps</a:t>
          </a:r>
        </a:p>
      </dsp:txBody>
      <dsp:txXfrm>
        <a:off x="429570" y="2342991"/>
        <a:ext cx="3346456" cy="2007873"/>
      </dsp:txXfrm>
    </dsp:sp>
    <dsp:sp modelId="{7D4189E9-6E13-3949-8C5D-BDCF9579C576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Starter: Create a classroom activity about [topic].</a:t>
          </a:r>
        </a:p>
      </dsp:txBody>
      <dsp:txXfrm>
        <a:off x="4110672" y="2342991"/>
        <a:ext cx="3346456" cy="200787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82F4E-0868-4801-82BC-FC60060B4B53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C56E69-5D53-4875-82D1-EC5F6B5C3F7C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8A61D-847B-47A6-9228-5848E89FF537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Summarize articles</a:t>
          </a:r>
        </a:p>
      </dsp:txBody>
      <dsp:txXfrm>
        <a:off x="80381" y="2738169"/>
        <a:ext cx="2306250" cy="720000"/>
      </dsp:txXfrm>
    </dsp:sp>
    <dsp:sp modelId="{F47999FC-04DA-4695-AA1E-C90446735972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68F533-15B3-466D-8F79-E3F10FEEEDF3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CADDB-F0D0-4EFE-8977-AA61C22C5859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Literature outlines</a:t>
          </a:r>
        </a:p>
      </dsp:txBody>
      <dsp:txXfrm>
        <a:off x="2790224" y="2738169"/>
        <a:ext cx="2306250" cy="720000"/>
      </dsp:txXfrm>
    </dsp:sp>
    <dsp:sp modelId="{E7185927-5CEE-4A92-9FB6-CDB1FA93059B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15BE5-0698-40DB-B513-28C0A0891ABA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7B45F-2D3D-4FDC-AD09-7401A61CA76D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Refine questions</a:t>
          </a:r>
        </a:p>
      </dsp:txBody>
      <dsp:txXfrm>
        <a:off x="5500068" y="2738169"/>
        <a:ext cx="230625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DA4B8-89B3-2941-959A-3804B1D78E81}">
      <dsp:nvSpPr>
        <dsp:cNvPr id="0" name=""/>
        <dsp:cNvSpPr/>
      </dsp:nvSpPr>
      <dsp:spPr>
        <a:xfrm>
          <a:off x="0" y="256509"/>
          <a:ext cx="5051582" cy="505158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67FDDE-A9DB-B042-9456-EAFF529552D5}">
      <dsp:nvSpPr>
        <dsp:cNvPr id="0" name=""/>
        <dsp:cNvSpPr/>
      </dsp:nvSpPr>
      <dsp:spPr>
        <a:xfrm>
          <a:off x="479900" y="736410"/>
          <a:ext cx="1970116" cy="197011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Context: New literature review topic</a:t>
          </a:r>
        </a:p>
      </dsp:txBody>
      <dsp:txXfrm>
        <a:off x="576073" y="832583"/>
        <a:ext cx="1777770" cy="1777770"/>
      </dsp:txXfrm>
    </dsp:sp>
    <dsp:sp modelId="{4379E9F0-FD29-0E43-8C96-92D930F71B46}">
      <dsp:nvSpPr>
        <dsp:cNvPr id="0" name=""/>
        <dsp:cNvSpPr/>
      </dsp:nvSpPr>
      <dsp:spPr>
        <a:xfrm>
          <a:off x="2601564" y="736410"/>
          <a:ext cx="1970116" cy="1970116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Task: Identify themes + gaps</a:t>
          </a:r>
        </a:p>
      </dsp:txBody>
      <dsp:txXfrm>
        <a:off x="2697737" y="832583"/>
        <a:ext cx="1777770" cy="1777770"/>
      </dsp:txXfrm>
    </dsp:sp>
    <dsp:sp modelId="{93ADE856-E20B-D842-A672-44613F3D21B4}">
      <dsp:nvSpPr>
        <dsp:cNvPr id="0" name=""/>
        <dsp:cNvSpPr/>
      </dsp:nvSpPr>
      <dsp:spPr>
        <a:xfrm>
          <a:off x="479900" y="2858074"/>
          <a:ext cx="1970116" cy="1970116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Challenge: Structured overview + questions</a:t>
          </a:r>
        </a:p>
      </dsp:txBody>
      <dsp:txXfrm>
        <a:off x="576073" y="2954247"/>
        <a:ext cx="1777770" cy="1777770"/>
      </dsp:txXfrm>
    </dsp:sp>
    <dsp:sp modelId="{49CC30C7-1AE6-1041-8A6F-19E4E4100B17}">
      <dsp:nvSpPr>
        <dsp:cNvPr id="0" name=""/>
        <dsp:cNvSpPr/>
      </dsp:nvSpPr>
      <dsp:spPr>
        <a:xfrm>
          <a:off x="2601564" y="2858074"/>
          <a:ext cx="1970116" cy="1970116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Starter: Summarize research on [topic].</a:t>
          </a:r>
        </a:p>
      </dsp:txBody>
      <dsp:txXfrm>
        <a:off x="2697737" y="2954247"/>
        <a:ext cx="1777770" cy="177777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7D41A8-69BB-457F-8F41-59EB8E77EB21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D21F26-1A19-4F2E-A109-3E26F0E41AE2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A1211-51CC-49C1-AB07-087D6DA82C16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Draft emails</a:t>
          </a:r>
        </a:p>
      </dsp:txBody>
      <dsp:txXfrm>
        <a:off x="80381" y="2738169"/>
        <a:ext cx="2306250" cy="720000"/>
      </dsp:txXfrm>
    </dsp:sp>
    <dsp:sp modelId="{4FA7DEC3-B30B-46E1-97C7-D9AC99E85CAD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C6FA4-CCD5-4043-AA80-B8A3169D8516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4FEAD-BAC0-4519-8F88-6F79FECE9CE6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Create rubrics</a:t>
          </a:r>
        </a:p>
      </dsp:txBody>
      <dsp:txXfrm>
        <a:off x="2790224" y="2738169"/>
        <a:ext cx="2306250" cy="720000"/>
      </dsp:txXfrm>
    </dsp:sp>
    <dsp:sp modelId="{10A0736C-BF2D-40CD-8940-C1F456EB8994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8ACC8E-955B-4DAB-91E9-E3F3A75A08DE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9708D-AEF9-4886-901F-FF9E3117378D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Design materials</a:t>
          </a:r>
        </a:p>
      </dsp:txBody>
      <dsp:txXfrm>
        <a:off x="5500068" y="2738169"/>
        <a:ext cx="230625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2E69B5-6468-45CD-8C76-436729F0F026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30A7BC-00F4-4628-8189-A199E3BBEAA6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5CB3F-924C-4E4B-965E-5923BBA89B98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Context: You need to create a rubric for a student assignment</a:t>
          </a:r>
        </a:p>
      </dsp:txBody>
      <dsp:txXfrm>
        <a:off x="2092" y="2524067"/>
        <a:ext cx="1741992" cy="696796"/>
      </dsp:txXfrm>
    </dsp:sp>
    <dsp:sp modelId="{B299E443-264B-423F-94DA-59E153B53950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A1DF32-F54A-49CB-A187-2B75C21C99F5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32F95-5A23-4840-A0AB-B5C693387206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Task: Develop clear criteria and performance levels</a:t>
          </a:r>
        </a:p>
      </dsp:txBody>
      <dsp:txXfrm>
        <a:off x="2048933" y="2524067"/>
        <a:ext cx="1741992" cy="696796"/>
      </dsp:txXfrm>
    </dsp:sp>
    <dsp:sp modelId="{D85065D0-B015-424C-853D-46CD6FF4070C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38B3C-03AB-4A48-AC00-6419FB82AD3D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BD4CF-998F-4455-80CD-6363DA02326E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Challenge: Align the rubric with learning outcomes and ensure clarity</a:t>
          </a:r>
        </a:p>
      </dsp:txBody>
      <dsp:txXfrm>
        <a:off x="4095774" y="2524067"/>
        <a:ext cx="1741992" cy="696796"/>
      </dsp:txXfrm>
    </dsp:sp>
    <dsp:sp modelId="{94571087-1FE9-43D2-AEF2-F0D2D014CC6A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5DE59-F33A-421B-9540-1E0B49F75FBC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4A5564-2350-41DC-BB78-7EBDAAD1E857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Starter Prompt: Create a rubric for the attached assignment.</a:t>
          </a:r>
        </a:p>
      </dsp:txBody>
      <dsp:txXfrm>
        <a:off x="6142615" y="2524067"/>
        <a:ext cx="1741992" cy="69679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C2796-7BFA-45C4-835D-ADBDCE5332EA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AF29FF-6DCA-4AE0-A486-8F87191C5427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D51D6-B499-4493-802A-0EB1450F95DB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Verify outputs</a:t>
          </a:r>
        </a:p>
      </dsp:txBody>
      <dsp:txXfrm>
        <a:off x="80381" y="2738169"/>
        <a:ext cx="2306250" cy="720000"/>
      </dsp:txXfrm>
    </dsp:sp>
    <dsp:sp modelId="{4D3C41C4-60D7-4A9C-963E-14421D20BD41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CEC0C-10D8-47BA-9506-DCAA5AC8716C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B50D0-459C-4C51-B11B-A483C38473B6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Protect data</a:t>
          </a:r>
        </a:p>
      </dsp:txBody>
      <dsp:txXfrm>
        <a:off x="2790224" y="2738169"/>
        <a:ext cx="2306250" cy="720000"/>
      </dsp:txXfrm>
    </dsp:sp>
    <dsp:sp modelId="{5D88F53F-9BFD-4641-BA4D-BA4284F3EBDF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9D9E54-4AAD-4C00-A8B4-47E1202F1195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5BE62-5A14-433A-BCA3-D96EA2FB608E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Maintain integrity</a:t>
          </a:r>
        </a:p>
      </dsp:txBody>
      <dsp:txXfrm>
        <a:off x="5500068" y="2738169"/>
        <a:ext cx="2306250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99E7F4-50E3-DC42-8BFE-CED7C4606A60}">
      <dsp:nvSpPr>
        <dsp:cNvPr id="0" name=""/>
        <dsp:cNvSpPr/>
      </dsp:nvSpPr>
      <dsp:spPr>
        <a:xfrm>
          <a:off x="0" y="33720"/>
          <a:ext cx="5051582" cy="17479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Prompting is a skill</a:t>
          </a:r>
        </a:p>
      </dsp:txBody>
      <dsp:txXfrm>
        <a:off x="85326" y="119046"/>
        <a:ext cx="4880930" cy="1577254"/>
      </dsp:txXfrm>
    </dsp:sp>
    <dsp:sp modelId="{A86006C5-F341-624D-B1BD-E00A6C56B4E0}">
      <dsp:nvSpPr>
        <dsp:cNvPr id="0" name=""/>
        <dsp:cNvSpPr/>
      </dsp:nvSpPr>
      <dsp:spPr>
        <a:xfrm>
          <a:off x="0" y="1908347"/>
          <a:ext cx="5051582" cy="1747906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Structure improves results</a:t>
          </a:r>
        </a:p>
      </dsp:txBody>
      <dsp:txXfrm>
        <a:off x="85326" y="1993673"/>
        <a:ext cx="4880930" cy="1577254"/>
      </dsp:txXfrm>
    </dsp:sp>
    <dsp:sp modelId="{B10D357D-4776-3545-810D-3BEAF79B57BA}">
      <dsp:nvSpPr>
        <dsp:cNvPr id="0" name=""/>
        <dsp:cNvSpPr/>
      </dsp:nvSpPr>
      <dsp:spPr>
        <a:xfrm>
          <a:off x="0" y="3782974"/>
          <a:ext cx="5051582" cy="1747906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Iteration is essential</a:t>
          </a:r>
        </a:p>
      </dsp:txBody>
      <dsp:txXfrm>
        <a:off x="85326" y="3868300"/>
        <a:ext cx="4880930" cy="157725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FF19F-65E6-484A-A2A1-A10E223F3488}">
      <dsp:nvSpPr>
        <dsp:cNvPr id="0" name=""/>
        <dsp:cNvSpPr/>
      </dsp:nvSpPr>
      <dsp:spPr>
        <a:xfrm>
          <a:off x="730349" y="375669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68881E-74D4-4850-90EF-D0EAEF10F93C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203C6-AF77-4594-85D5-54F6B807028A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400" kern="1200" dirty="0"/>
            <a:t>AXB199@SHSU.EDU</a:t>
          </a:r>
        </a:p>
      </dsp:txBody>
      <dsp:txXfrm>
        <a:off x="28349" y="3255669"/>
        <a:ext cx="3600000" cy="720000"/>
      </dsp:txXfrm>
    </dsp:sp>
    <dsp:sp modelId="{788D45D5-498E-454D-9FB4-D413BA7B0908}">
      <dsp:nvSpPr>
        <dsp:cNvPr id="0" name=""/>
        <dsp:cNvSpPr/>
      </dsp:nvSpPr>
      <dsp:spPr>
        <a:xfrm>
          <a:off x="4960350" y="375669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2E9D3-05A1-4DC7-8CE3-C128CA435BF0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84172-6AB1-4E63-ACC2-685D093B9703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400" kern="1200" dirty="0">
              <a:hlinkClick xmlns:r="http://schemas.openxmlformats.org/officeDocument/2006/relationships" r:id="rId3"/>
            </a:rPr>
            <a:t>Feedback</a:t>
          </a:r>
          <a:endParaRPr lang="en-US" sz="3400" kern="1200" dirty="0"/>
        </a:p>
      </dsp:txBody>
      <dsp:txXfrm>
        <a:off x="4258350" y="3255669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23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001AFEA-2442-4A9F-BA37-8C469F306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81" y="637046"/>
            <a:ext cx="3880655" cy="29714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Prompting for 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181" y="3700594"/>
            <a:ext cx="3880655" cy="19634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Designing Effective AI Queries in Higher Education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872052">
            <a:off x="4584939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Why Prompting Matters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AI outputs depend on input quality</a:t>
            </a:r>
          </a:p>
          <a:p>
            <a:r>
              <a:t>Vague prompts = vague results</a:t>
            </a:r>
          </a:p>
          <a:p>
            <a:r>
              <a:t>Precise prompts = usable outputs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Session Objectives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t>Identify elements of effective prompts</a:t>
            </a:r>
          </a:p>
          <a:p>
            <a:r>
              <a:t>Apply strategies to improve outputs</a:t>
            </a:r>
          </a:p>
          <a:p>
            <a:r>
              <a:t>Design prompts for teaching, research,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a Prompt?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E92DF2-FAF8-E763-5D1C-DBCA0F8C8A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393302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Weak vs. Strong Prompts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9ED5D0-3931-D626-6751-19D25931BD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361068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Prompt Framework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946F3E-C87D-5C02-AAC1-75DBB264F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589418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Framework Example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C384EF-80D8-4A09-C732-E77BE825B2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608593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 Specific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6C1F7E-A2A3-81C4-FB5F-C0B5C40758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544397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Add Constraints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BBCD66-E760-C851-0AB1-9CACC7B848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739063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Use Iteration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498592-6517-68DB-5291-EBA6F78AE9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03181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Common Mistakes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Too vague</a:t>
            </a:r>
          </a:p>
          <a:p>
            <a:r>
              <a:t>Missing context</a:t>
            </a:r>
          </a:p>
          <a:p>
            <a:r>
              <a:t>No format</a:t>
            </a:r>
          </a:p>
          <a:p>
            <a:r>
              <a:t>Expecting perfection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Teaching Applications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505F10-6A27-768F-96E2-E57D9DC557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52340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Practice Scenario: Teaching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6C5AB0-F60B-A21D-9201-C8A2957B7F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163638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12C64-F474-6D90-8675-982BC5B1A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Teaching Prompt, revised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E49A4-C94B-F06E-B080-7727F2E6B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Act as an instructional designer. Create a 15-minute active learning activity for a first-year undergraduate course with students at varying levels of readiness. Include step-by-step instructions, differentiation strategies to support diverse learners, and clear learning outcomes.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63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071CED-81FE-742B-D1BE-8544D0C4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86" y="1153572"/>
            <a:ext cx="2675939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Additional Sample Teaching Prompts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F65851-90FD-9FEB-E0C0-DDB41ED7F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i="1"/>
              <a:t>Act as an instructional designer. Create a 50-minute lesson plan for an upper-level undergraduate</a:t>
            </a:r>
            <a:r>
              <a:rPr lang="en-US" sz="2200"/>
              <a:t> </a:t>
            </a:r>
            <a:r>
              <a:rPr lang="en-US" sz="2200" i="1"/>
              <a:t>course on [topic]. Include learning objectives, a lecture outline, an active learning activity, and a formative assessment.</a:t>
            </a:r>
            <a:endParaRPr lang="en-US" sz="2200"/>
          </a:p>
          <a:p>
            <a:pPr>
              <a:lnSpc>
                <a:spcPct val="90000"/>
              </a:lnSpc>
            </a:pPr>
            <a:r>
              <a:rPr lang="en-US" sz="2200" i="1"/>
              <a:t>Generate 6 discussion questions for a graduate seminar on [topic]. Include a mix of comprehension, application, and critical thinking questions.</a:t>
            </a:r>
            <a:endParaRPr lang="en-US" sz="2200"/>
          </a:p>
          <a:p>
            <a:pPr>
              <a:lnSpc>
                <a:spcPct val="90000"/>
              </a:lnSpc>
            </a:pPr>
            <a:r>
              <a:rPr lang="en-US" sz="2200" i="1"/>
              <a:t>Design two versions of a learning activity for an introductory course: one for foundational learners</a:t>
            </a:r>
            <a:r>
              <a:rPr lang="en-US" sz="2200"/>
              <a:t> </a:t>
            </a:r>
            <a:r>
              <a:rPr lang="en-US" sz="2200" i="1"/>
              <a:t>and one for advanced learners. Include instructions and outcomes.</a:t>
            </a:r>
            <a:endParaRPr lang="en-US" sz="2200"/>
          </a:p>
          <a:p>
            <a:pPr>
              <a:lnSpc>
                <a:spcPct val="90000"/>
              </a:lnSpc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090610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Research Applications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DA80E0-B054-C669-219F-BA9FCD9AE2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426482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8946" y="859948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Practice Scenario: Research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4089" y="434266"/>
            <a:ext cx="5413275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936C3A02-9446-D7C1-3E45-B949E5725F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8481295"/>
              </p:ext>
            </p:extLst>
          </p:nvPr>
        </p:nvGraphicFramePr>
        <p:xfrm>
          <a:off x="3572933" y="609600"/>
          <a:ext cx="5051582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BB124F-265C-F232-B39D-E5E68A528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Research Prompt, revised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C7E55-6416-7992-D14C-272C202FE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Act as a research assistant. Provide a structured overview of current peer-reviewed research on [topic]. Identify 3–5 major themes, highlight gaps in the literature, and suggest 2–3 potential research questions for further study.</a:t>
            </a:r>
          </a:p>
        </p:txBody>
      </p:sp>
    </p:spTree>
    <p:extLst>
      <p:ext uri="{BB962C8B-B14F-4D97-AF65-F5344CB8AC3E}">
        <p14:creationId xmlns:p14="http://schemas.microsoft.com/office/powerpoint/2010/main" val="510307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8CC87-3E09-0D40-F99F-337AF0A93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Additional Sample Research Prompts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9004E-5A87-76B7-61DE-3D2B8A17E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i="1" dirty="0"/>
              <a:t>Act as a research assistant. Organize peer-reviewed literature on [topic] into themes. Summarize</a:t>
            </a:r>
            <a:r>
              <a:rPr lang="en-US" sz="2200" dirty="0"/>
              <a:t> </a:t>
            </a:r>
            <a:r>
              <a:rPr lang="en-US" sz="2200" i="1" dirty="0"/>
              <a:t>each theme and note methodologies.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i="1" dirty="0"/>
              <a:t>Refine the following research idea into 3 clear research questions suitable for higher education</a:t>
            </a:r>
            <a:r>
              <a:rPr lang="en-US" sz="2200" dirty="0"/>
              <a:t> </a:t>
            </a:r>
            <a:r>
              <a:rPr lang="en-US" sz="2200" i="1" dirty="0"/>
              <a:t>research: [idea].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i="1" dirty="0"/>
              <a:t>Suggest appropriate research methods for studying [topic]. Compare qualitative and quantitative</a:t>
            </a:r>
            <a:r>
              <a:rPr lang="en-US" sz="2200" dirty="0"/>
              <a:t> </a:t>
            </a:r>
            <a:r>
              <a:rPr lang="en-US" sz="2200" i="1" dirty="0"/>
              <a:t>approaches with strengths and limitations.</a:t>
            </a:r>
            <a:endParaRPr lang="en-US" sz="2200" dirty="0"/>
          </a:p>
          <a:p>
            <a:pPr>
              <a:lnSpc>
                <a:spcPct val="90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57403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Workflow Applications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9945A9-2EE7-7439-EE75-9F3FB3A464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845539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Practice Scenario: Workflow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D651EB-BCB6-3182-B238-D5ECB9E5FF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890244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E9F038-1729-3590-DB02-9C8846A29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Workflow Prompt, revised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8C285-E6CA-8983-5BAD-658759887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Act as an instructional designer. Create an analytic rubric for a 5-page undergraduate research paper. Include 4–5 criteria (such as argument, use of evidence, organization, and writing quality), with four performance levels and clear, specific descriptors for each level.</a:t>
            </a:r>
          </a:p>
        </p:txBody>
      </p:sp>
    </p:spTree>
    <p:extLst>
      <p:ext uri="{BB962C8B-B14F-4D97-AF65-F5344CB8AC3E}">
        <p14:creationId xmlns:p14="http://schemas.microsoft.com/office/powerpoint/2010/main" val="2363572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0A199A-9E95-BBA4-573F-B83C40D16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Additional Sample Workflow Prompts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C26B7-6AF2-087C-E524-3F0A01F1F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i="1" dirty="0"/>
              <a:t>Create an analytic rubric for a 5-page undergraduate research paper with 4–5 criteria and 4 performance levels.</a:t>
            </a:r>
            <a:endParaRPr lang="en-US" sz="2700" dirty="0"/>
          </a:p>
          <a:p>
            <a:pPr>
              <a:lnSpc>
                <a:spcPct val="90000"/>
              </a:lnSpc>
            </a:pPr>
            <a:r>
              <a:rPr lang="en-US" sz="2700" i="1" dirty="0"/>
              <a:t>Draft a professional email responding to a student requesting an extension. Maintain a supportive but policy-aligned tone.</a:t>
            </a:r>
            <a:endParaRPr lang="en-US" sz="2700" dirty="0"/>
          </a:p>
          <a:p>
            <a:pPr>
              <a:lnSpc>
                <a:spcPct val="90000"/>
              </a:lnSpc>
            </a:pPr>
            <a:r>
              <a:rPr lang="en-US" sz="2700" i="1" dirty="0"/>
              <a:t>Write a clear syllabus statement about late work policies that balances flexibility and</a:t>
            </a:r>
            <a:r>
              <a:rPr lang="en-US" sz="2700" dirty="0"/>
              <a:t> </a:t>
            </a:r>
            <a:r>
              <a:rPr lang="en-US" sz="2700" i="1" dirty="0"/>
              <a:t>accountability.</a:t>
            </a:r>
            <a:endParaRPr lang="en-US" sz="2700" dirty="0"/>
          </a:p>
          <a:p>
            <a:pPr>
              <a:lnSpc>
                <a:spcPct val="90000"/>
              </a:lnSpc>
            </a:pP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309121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Ethical Considerations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8B9213-8DCC-BE90-9EE6-433827C78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00435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8946" y="859948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4089" y="434266"/>
            <a:ext cx="5413275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F7F270BF-6E1F-264E-39F8-B23F7E497C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591452"/>
              </p:ext>
            </p:extLst>
          </p:nvPr>
        </p:nvGraphicFramePr>
        <p:xfrm>
          <a:off x="3572933" y="609600"/>
          <a:ext cx="5051582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1946" y="148929"/>
            <a:ext cx="4920107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6273" y="1380754"/>
            <a:ext cx="4171453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6273" y="4076802"/>
            <a:ext cx="4171453" cy="153458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Questions and discussion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1870589" y="6170"/>
            <a:ext cx="5112196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0746" y="5310973"/>
            <a:ext cx="529461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51094D-7F79-F177-94B5-C517441DF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50979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C49F105-4BC1-706A-7E84-224D50948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5736" y="2394857"/>
            <a:ext cx="1770833" cy="17507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677</Words>
  <Application>Microsoft Macintosh PowerPoint</Application>
  <PresentationFormat>On-screen Show (4:3)</PresentationFormat>
  <Paragraphs>104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Prompting for Precision</vt:lpstr>
      <vt:lpstr>Why Prompting Matters</vt:lpstr>
      <vt:lpstr>Session Objectives</vt:lpstr>
      <vt:lpstr>What Is a Prompt?</vt:lpstr>
      <vt:lpstr>Weak vs. Strong Prompts</vt:lpstr>
      <vt:lpstr>Prompt Framework</vt:lpstr>
      <vt:lpstr>Framework Example</vt:lpstr>
      <vt:lpstr>Be Specific</vt:lpstr>
      <vt:lpstr>Add Constraints</vt:lpstr>
      <vt:lpstr>Use Iteration</vt:lpstr>
      <vt:lpstr>Common Mistakes</vt:lpstr>
      <vt:lpstr>Teaching Applications</vt:lpstr>
      <vt:lpstr>Practice Scenario: Teaching</vt:lpstr>
      <vt:lpstr>Teaching Prompt, revised</vt:lpstr>
      <vt:lpstr>Additional Sample Teaching Prompts</vt:lpstr>
      <vt:lpstr>Research Applications</vt:lpstr>
      <vt:lpstr>Practice Scenario: Research</vt:lpstr>
      <vt:lpstr>Research Prompt, revised</vt:lpstr>
      <vt:lpstr>Additional Sample Research Prompts</vt:lpstr>
      <vt:lpstr>Workflow Applications</vt:lpstr>
      <vt:lpstr>Practice Scenario: Workflow</vt:lpstr>
      <vt:lpstr>Workflow Prompt, revised</vt:lpstr>
      <vt:lpstr>Additional Sample Workflow Prompts</vt:lpstr>
      <vt:lpstr>Ethical Considerations</vt:lpstr>
      <vt:lpstr>Key Takeaways</vt:lpstr>
      <vt:lpstr>Q&amp;A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Brittain, Ashley</cp:lastModifiedBy>
  <cp:revision>8</cp:revision>
  <dcterms:created xsi:type="dcterms:W3CDTF">2013-01-27T09:14:16Z</dcterms:created>
  <dcterms:modified xsi:type="dcterms:W3CDTF">2026-03-26T16:04:00Z</dcterms:modified>
  <cp:category/>
</cp:coreProperties>
</file>